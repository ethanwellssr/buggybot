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2" r:id="rId3"/>
    <p:sldId id="263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 varScale="1">
        <p:scale>
          <a:sx n="86" d="100"/>
          <a:sy n="86" d="100"/>
        </p:scale>
        <p:origin x="120" y="15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F74E5-A961-0960-D504-80FB9375C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6FC7E-8FDD-2F27-67FA-E2218F392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Bishop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F5DE5-5483-2694-9071-A7F6146E0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299294"/>
          </a:xfrm>
        </p:spPr>
        <p:txBody>
          <a:bodyPr>
            <a:normAutofit fontScale="92500" lnSpcReduction="2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lang="en-US" dirty="0"/>
              <a:t>Test Pi HAT motor controllers on Raspberry Pi</a:t>
            </a:r>
          </a:p>
          <a:p>
            <a:pPr lvl="1"/>
            <a:r>
              <a:rPr lang="en-US" dirty="0"/>
              <a:t>Integrate IMU on to Raspberry Pi</a:t>
            </a:r>
          </a:p>
          <a:p>
            <a:pPr lvl="1"/>
            <a:r>
              <a:rPr lang="en-US" dirty="0"/>
              <a:t>Research 3D printing </a:t>
            </a:r>
            <a:r>
              <a:rPr lang="en-US" dirty="0" err="1"/>
              <a:t>stl</a:t>
            </a:r>
            <a:r>
              <a:rPr lang="en-US" dirty="0"/>
              <a:t> files for the chassis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lang="en-US" dirty="0"/>
              <a:t>Tested HATs for operational accuracy on Raspberry Pi</a:t>
            </a:r>
          </a:p>
          <a:p>
            <a:pPr lvl="1"/>
            <a:r>
              <a:rPr lang="en-US" dirty="0"/>
              <a:t>Implemented IMU on Raspberry Pi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lang="en-US" dirty="0"/>
              <a:t>Research 3D printing </a:t>
            </a:r>
            <a:r>
              <a:rPr lang="en-US" dirty="0" err="1"/>
              <a:t>stl</a:t>
            </a:r>
            <a:r>
              <a:rPr lang="en-US" dirty="0"/>
              <a:t> files for the chassis</a:t>
            </a:r>
          </a:p>
          <a:p>
            <a:pPr lvl="1"/>
            <a:r>
              <a:rPr lang="en-US" dirty="0"/>
              <a:t>Research possible ROS implementation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7</a:t>
            </a:r>
            <a:r>
              <a:t> </a:t>
            </a:r>
            <a:r>
              <a:rPr dirty="0"/>
              <a:t>hours.</a:t>
            </a:r>
          </a:p>
        </p:txBody>
      </p:sp>
    </p:spTree>
    <p:extLst>
      <p:ext uri="{BB962C8B-B14F-4D97-AF65-F5344CB8AC3E}">
        <p14:creationId xmlns:p14="http://schemas.microsoft.com/office/powerpoint/2010/main" val="2071750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EEEB8-08CD-6129-4FE3-46D75E68E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4" y="741391"/>
            <a:ext cx="2833324" cy="1616203"/>
          </a:xfrm>
        </p:spPr>
        <p:txBody>
          <a:bodyPr anchor="b">
            <a:normAutofit/>
          </a:bodyPr>
          <a:lstStyle/>
          <a:p>
            <a:r>
              <a:rPr lang="en-US" sz="3200"/>
              <a:t>IMU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0CA42-869D-B9EF-62B2-9195359C5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4" y="2533476"/>
            <a:ext cx="2833324" cy="3447832"/>
          </a:xfrm>
        </p:spPr>
        <p:txBody>
          <a:bodyPr>
            <a:normAutofit/>
          </a:bodyPr>
          <a:lstStyle/>
          <a:p>
            <a:r>
              <a:rPr lang="en-US" sz="2000" dirty="0"/>
              <a:t>Verified the measurements and directions that the IMU produced</a:t>
            </a:r>
          </a:p>
          <a:p>
            <a:r>
              <a:rPr lang="en-US" sz="2000" dirty="0"/>
              <a:t>Implemented IMU over I2C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6C5EA3-0329-7758-8C17-71A1F2FA8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263" y="1092536"/>
            <a:ext cx="3271048" cy="46729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B98FE8-4C40-AF52-DE2B-C3D739F66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428525" y="1763236"/>
            <a:ext cx="4442034" cy="3331526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92AA144-DDFF-C43B-6866-516C9091D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6737460"/>
            <a:ext cx="12192000" cy="123364"/>
            <a:chOff x="1" y="6737460"/>
            <a:chExt cx="12192000" cy="12336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6557A69-9517-26A8-EF3F-E65057EEC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6034320" y="703141"/>
              <a:ext cx="123362" cy="12192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7C5987E-7AB5-0A21-D727-68B38B342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240559" y="4909383"/>
              <a:ext cx="123362" cy="3779520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08033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8595A-A3F6-ADDB-57AA-2749239B7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351679" cy="1616203"/>
          </a:xfrm>
        </p:spPr>
        <p:txBody>
          <a:bodyPr anchor="b">
            <a:normAutofit/>
          </a:bodyPr>
          <a:lstStyle/>
          <a:p>
            <a:r>
              <a:rPr lang="en-US" sz="3200"/>
              <a:t>Motor Controller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636D0-E227-1A91-601D-A3B381061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6"/>
            <a:ext cx="3351679" cy="3447832"/>
          </a:xfrm>
        </p:spPr>
        <p:txBody>
          <a:bodyPr>
            <a:normAutofit/>
          </a:bodyPr>
          <a:lstStyle/>
          <a:p>
            <a:r>
              <a:rPr lang="en-US" sz="2000" dirty="0"/>
              <a:t>Tested the motor controller code for operational accuracy</a:t>
            </a:r>
          </a:p>
          <a:p>
            <a:r>
              <a:rPr lang="en-US" sz="2000" dirty="0"/>
              <a:t>Implemented both HATs over I2C on the 40 pin GPIO header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EE85BA-30D6-CF40-BF3B-41C80E4126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7"/>
          <a:stretch>
            <a:fillRect/>
          </a:stretch>
        </p:blipFill>
        <p:spPr>
          <a:xfrm>
            <a:off x="5065566" y="10"/>
            <a:ext cx="7032825" cy="4378805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4DD35268-6FBE-0BCD-C050-3F804C7C5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2068597" y="0"/>
            <a:ext cx="123401" cy="3290157"/>
          </a:xfrm>
          <a:prstGeom prst="rect">
            <a:avLst/>
          </a:prstGeom>
          <a:gradFill>
            <a:gsLst>
              <a:gs pos="20000">
                <a:schemeClr val="accent3">
                  <a:alpha val="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1668F7-9962-D26D-3DAA-7340BDD84A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130" r="18117" b="-4"/>
          <a:stretch>
            <a:fillRect/>
          </a:stretch>
        </p:blipFill>
        <p:spPr>
          <a:xfrm rot="5400000">
            <a:off x="5588388" y="3855994"/>
            <a:ext cx="2479183" cy="35248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14A0643-428D-F26B-CD98-429C480BB1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220" r="-1" b="-1"/>
          <a:stretch>
            <a:fillRect/>
          </a:stretch>
        </p:blipFill>
        <p:spPr>
          <a:xfrm>
            <a:off x="8573563" y="4378818"/>
            <a:ext cx="3524828" cy="2479182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F3A0B02E-2A29-A1CD-0D60-A9E1681AF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B760236-1E5E-7CEA-DCDD-21F3FB288A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30D6BAEE-FD58-F5B7-5CF3-A74EB385D7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27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77754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105</Words>
  <Application>Microsoft Office PowerPoint</Application>
  <PresentationFormat>Widescreen</PresentationFormat>
  <Paragraphs>19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Ethan Bishop</vt:lpstr>
      <vt:lpstr>IMU Testing</vt:lpstr>
      <vt:lpstr>Motor Controller Testing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Bishop, Ethan</cp:lastModifiedBy>
  <cp:revision>8</cp:revision>
  <dcterms:created xsi:type="dcterms:W3CDTF">2026-09-10T19:13:21Z</dcterms:created>
  <dcterms:modified xsi:type="dcterms:W3CDTF">2026-09-29T23:44:44Z</dcterms:modified>
</cp:coreProperties>
</file>