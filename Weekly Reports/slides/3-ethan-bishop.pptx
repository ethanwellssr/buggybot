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3" r:id="rId3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150" d="100"/>
          <a:sy n="150" d="100"/>
        </p:scale>
        <p:origin x="28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  <Relationship Id="rId9" Type="http://schemas.openxmlformats.org/officeDocument/2006/relationships/slide" Target="slides/slide3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turtlesim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74E5-A961-0960-D504-80FB9375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Create a test program for the ROS 2 implementation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Built a master test script for every sensor and the motor driver</a:t>
            </a:r>
          </a:p>
          <a:p>
            <a:pPr lvl="1"/>
            <a:r>
              <a:rPr lang="en-US" dirty="0"/>
              <a:t>Ran the ROS 2 turtlesim tutorial under WSL</a:t>
            </a:r>
          </a:p>
          <a:p>
            <a:pPr lvl="1"/>
            <a:r>
              <a:rPr lang="en-US" dirty="0"/>
              <a:t>Started the ROS 2 test program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Write a first ROS 2 test node and run it on the CM5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  <p:extLst>
      <p:ext uri="{BB962C8B-B14F-4D97-AF65-F5344CB8AC3E}">
        <p14:creationId xmlns:p14="http://schemas.microsoft.com/office/powerpoint/2010/main" val="207175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One script now bench-tests every sensor and the motors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test_all_sensors.py runs each device check in turn, then prints a PASS / FAIL / SKIP summary</a:t>
            </a:r>
          </a:p>
        </p:txBody>
      </p:sp>
      <p:sp>
        <p:nvSpPr>
          <p:cNvPr id="4" name="Checks"/>
          <p:cNvSpPr txBox="1"/>
          <p:nvPr/>
        </p:nvSpPr>
        <p:spPr>
          <a:xfrm>
            <a:off x="786384" y="1719072"/>
            <a:ext cx="6309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What it checks</a:t>
            </a:r>
          </a:p>
        </p:txBody>
      </p:sp>
      <p:sp>
        <p:nvSpPr>
          <p:cNvPr id="5" name="Check list"/>
          <p:cNvSpPr txBox="1"/>
          <p:nvPr/>
        </p:nvSpPr>
        <p:spPr>
          <a:xfrm>
            <a:off x="786384" y="224028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Line sensors: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both TCRT5000 outputs must change when a dark line passes under them (GPIO20, GPIO21)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IMU: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finds the ICM-20948 on I2C, then runs still, motion and sample-rate checks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Camera: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captures a Camera Module 3 frame and fails if it is almost black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LCD: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writes text to the LCD1602 and cycles the RGB backlight for a visual check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Motors: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spins each motor on the selected HAT (Cokoino, Waveshare or Adafruit) then stops them all</a:t>
            </a:r>
          </a:p>
        </p:txBody>
      </p:sp>
      <p:sp>
        <p:nvSpPr>
          <p:cNvPr id="6" name="Why"/>
          <p:cNvSpPr txBox="1"/>
          <p:nvPr/>
        </p:nvSpPr>
        <p:spPr>
          <a:xfrm>
            <a:off x="7635240" y="1719072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Why one script</a:t>
            </a:r>
          </a:p>
        </p:txBody>
      </p:sp>
      <p:sp>
        <p:nvSpPr>
          <p:cNvPr id="7" name="Why list"/>
          <p:cNvSpPr txBox="1"/>
          <p:nvPr/>
        </p:nvSpPr>
        <p:spPr>
          <a:xfrm>
            <a:off x="7635240" y="224028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failed test never stops the others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missing library skips only that test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--only and --skip run part of the suite on BuggyBot</a:t>
            </a:r>
          </a:p>
        </p:txBody>
      </p:sp>
      <p:sp>
        <p:nvSpPr>
          <p:cNvPr id="8" name="Safety"/>
          <p:cNvSpPr txBox="1"/>
          <p:nvPr/>
        </p:nvSpPr>
        <p:spPr>
          <a:xfrm>
            <a:off x="7635240" y="3749040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9" name="Safety text"/>
          <p:cNvSpPr txBox="1"/>
          <p:nvPr/>
        </p:nvSpPr>
        <p:spPr>
          <a:xfrm>
            <a:off x="7635240" y="4270248"/>
            <a:ext cx="37947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motor test spins the wheels, so lift the car off the ground before running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68096" y="365760"/>
            <a:ext cx="10789920" cy="658368"/>
          </a:xfrm>
        </p:spPr>
        <p:txBody>
          <a:bodyPr lIns="0" tIns="0" rIns="0" bIns="0" anchor="b">
            <a:normAutofit/>
          </a:bodyPr>
          <a:lstStyle/>
          <a:p>
            <a:pPr algn="l"/>
            <a:r>
              <a:rPr lang="en-US" sz="3500" b="0" dirty="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Ran the ROS 2 turtlesim tutorial under WSL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Separate ROS 2 nodes on my development computer, connected only through topics</a:t>
            </a:r>
          </a:p>
        </p:txBody>
      </p:sp>
      <p:sp>
        <p:nvSpPr>
          <p:cNvPr id="6" name="Why"/>
          <p:cNvSpPr txBox="1"/>
          <p:nvPr/>
        </p:nvSpPr>
        <p:spPr>
          <a:xfrm>
            <a:off x="7635240" y="1719072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What’s running</a:t>
            </a:r>
          </a:p>
        </p:txBody>
      </p:sp>
      <p:sp>
        <p:nvSpPr>
          <p:cNvPr id="7" name="Why list"/>
          <p:cNvSpPr txBox="1"/>
          <p:nvPr/>
        </p:nvSpPr>
        <p:spPr>
          <a:xfrm>
            <a:off x="7635240" y="2240280"/>
            <a:ext cx="3794760" cy="1874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spcBef>
                <a:spcPts val="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turtlesim_node: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draws the simulator window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turtle_teleop_key: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publishes velocity commands from the arrow keys</a:t>
            </a:r>
          </a:p>
          <a:p>
            <a:pPr marL="228600" indent="-228600" algn="l">
              <a:spcBef>
                <a:spcPts val="700"/>
              </a:spcBef>
              <a:buClr>
                <a:srgbClr val="30669D"/>
              </a:buClr>
              <a:buFont typeface="Arial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Pose topic: </a:t>
            </a: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a third terminal prints the turtle’s position and heading</a:t>
            </a:r>
          </a:p>
        </p:txBody>
      </p:sp>
      <p:sp>
        <p:nvSpPr>
          <p:cNvPr id="8" name="Safety"/>
          <p:cNvSpPr txBox="1"/>
          <p:nvPr/>
        </p:nvSpPr>
        <p:spPr>
          <a:xfrm>
            <a:off x="7635240" y="4251960"/>
            <a:ext cx="37947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950" b="1" dirty="0">
                <a:solidFill>
                  <a:srgbClr val="30669D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9" name="Safety text"/>
          <p:cNvSpPr txBox="1"/>
          <p:nvPr/>
        </p:nvSpPr>
        <p:spPr>
          <a:xfrm>
            <a:off x="7635240" y="4773168"/>
            <a:ext cx="379476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The car’s nodes will work the same way: one node publishes a topic and others subscribe to it</a:t>
            </a:r>
          </a:p>
        </p:txBody>
      </p:sp>
      <p:pic>
        <p:nvPicPr>
          <p:cNvPr id="20" name="Turtlesim screenshot" descr="Turtlesim window with the turtle’s drawn path, beside terminals running turtlesim_node, turtle_teleop_key and the turtle pose readou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719072"/>
            <a:ext cx="6309360" cy="357840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304</Words>
  <Application>Microsoft Office PowerPoint</Application>
  <PresentationFormat>Widescreen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Courier New</vt:lpstr>
      <vt:lpstr>Office Theme</vt:lpstr>
      <vt:lpstr>Ethan Bishop</vt:lpstr>
      <vt:lpstr>ROS 2 could split our pipeline into eight nodes</vt:lpstr>
      <vt:lpstr>The behavior node makes every driving decision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11</cp:revision>
  <dcterms:created xsi:type="dcterms:W3CDTF">2026-09-10T19:13:21Z</dcterms:created>
  <dcterms:modified xsi:type="dcterms:W3CDTF">2026-10-20T04:47:39Z</dcterms:modified>
</cp:coreProperties>
</file>