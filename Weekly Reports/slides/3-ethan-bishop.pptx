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3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150" d="100"/>
          <a:sy n="150" d="100"/>
        </p:scale>
        <p:origin x="28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74E5-A961-0960-D504-80FB9375C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FC7E-8FDD-2F27-67FA-E2218F39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Bishop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5DE5-5483-2694-9071-A7F6146E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299294"/>
          </a:xfrm>
        </p:spPr>
        <p:txBody>
          <a:bodyPr>
            <a:normAutofit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lang="en-US" dirty="0"/>
              <a:t>Research possible ROS implementation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Continue research on a possible ROS 2 implementation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Continue research on a possible ROS 2 implementation</a:t>
            </a:r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</a:t>
            </a:r>
            <a:r>
              <a:rPr dirty="0"/>
              <a:t> hours.</a:t>
            </a:r>
          </a:p>
        </p:txBody>
      </p:sp>
    </p:spTree>
    <p:extLst>
      <p:ext uri="{BB962C8B-B14F-4D97-AF65-F5344CB8AC3E}">
        <p14:creationId xmlns:p14="http://schemas.microsoft.com/office/powerpoint/2010/main" val="207175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8BF27-BBAE-92E8-1203-24CC4536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ROS 2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50EBB-D982-FD85-D489-3D6B4BBFF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200" dirty="0"/>
              <a:t>What I have learned so far is that it could be possible to make ROS 2 into our pipeline, but it will take more upfront work.</a:t>
            </a:r>
          </a:p>
          <a:p>
            <a:pPr marL="0" indent="0">
              <a:buNone/>
            </a:pPr>
            <a:r>
              <a:rPr lang="en-US" sz="2200" dirty="0"/>
              <a:t>The preliminary idea of a node structure</a:t>
            </a:r>
          </a:p>
          <a:p>
            <a:r>
              <a:rPr lang="en-US" sz="2200" dirty="0"/>
              <a:t>Camera node: Streams live video from the Pi Camera Module 3, with autofocus</a:t>
            </a:r>
          </a:p>
          <a:p>
            <a:r>
              <a:rPr lang="en-US" sz="2200" dirty="0"/>
              <a:t>Sign detector node: Runs the vision model on each frame and reports every sign’s type, confidence and position</a:t>
            </a:r>
          </a:p>
          <a:p>
            <a:r>
              <a:rPr lang="en-US" sz="2200" dirty="0"/>
              <a:t>IMU node: Reports the car’s turning and motion, and detects when it’s stuck</a:t>
            </a:r>
          </a:p>
          <a:p>
            <a:r>
              <a:rPr lang="en-US" sz="2200" dirty="0"/>
              <a:t>Behavior node: A state machine that combines sign detections and IMU data into driving decisions (stop, slow down, turn)</a:t>
            </a:r>
          </a:p>
          <a:p>
            <a:r>
              <a:rPr lang="en-US" sz="2200" dirty="0"/>
              <a:t>Motor driver node: Turns speed and steering commands into wheel power through the </a:t>
            </a:r>
            <a:r>
              <a:rPr lang="en-US" sz="2200" dirty="0" err="1"/>
              <a:t>Waveshare</a:t>
            </a:r>
            <a:r>
              <a:rPr lang="en-US" sz="2200" dirty="0"/>
              <a:t> Motor Driver HAT, and stops the motors automatically if commands stop arriving</a:t>
            </a:r>
          </a:p>
          <a:p>
            <a:r>
              <a:rPr lang="en-US" sz="2200" dirty="0"/>
              <a:t>LCD node: Shows the car’s current state and the last sign it detected</a:t>
            </a:r>
          </a:p>
          <a:p>
            <a:r>
              <a:rPr lang="en-US" sz="2200" dirty="0" err="1"/>
              <a:t>Teleop</a:t>
            </a:r>
            <a:r>
              <a:rPr lang="en-US" sz="2200" dirty="0"/>
              <a:t> node: Lets a person take over and drive the car manually</a:t>
            </a:r>
          </a:p>
          <a:p>
            <a:pPr marL="0" indent="0">
              <a:buNone/>
            </a:pPr>
            <a:r>
              <a:rPr lang="en-US" sz="2200" dirty="0"/>
              <a:t>Safety: Motors stop automatically if commands stop arriving, and a manual override is available</a:t>
            </a:r>
          </a:p>
          <a:p>
            <a:pPr marL="0" indent="0">
              <a:buNone/>
            </a:pPr>
            <a:r>
              <a:rPr lang="en-US" sz="2200" dirty="0"/>
              <a:t>Why ROS 2: Modular nodes split the work across the team, and recorded drives can be replayed to test without the car</a:t>
            </a:r>
          </a:p>
        </p:txBody>
      </p:sp>
    </p:spTree>
    <p:extLst>
      <p:ext uri="{BB962C8B-B14F-4D97-AF65-F5344CB8AC3E}">
        <p14:creationId xmlns:p14="http://schemas.microsoft.com/office/powerpoint/2010/main" val="1476949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979CB03-77A3-48F2-A1C8-52F03FCB3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65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0277F-C2E1-025E-B6AB-EA1CA120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978408"/>
            <a:ext cx="3721608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Waffle bot plates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4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560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E7B79-4E78-B0C2-2F1C-78B1C7B893A1}"/>
              </a:ext>
            </a:extLst>
          </p:cNvPr>
          <p:cNvSpPr txBox="1"/>
          <p:nvPr/>
        </p:nvSpPr>
        <p:spPr>
          <a:xfrm>
            <a:off x="813816" y="2368296"/>
            <a:ext cx="3721608" cy="350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 found some simplified Waffle plates on printables.com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One with no holes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One being a simple plate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Two being different doubles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2B260-71E4-61AF-270D-7F0B9A2AC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124" r="20167" b="-2"/>
          <a:stretch>
            <a:fillRect/>
          </a:stretch>
        </p:blipFill>
        <p:spPr>
          <a:xfrm>
            <a:off x="5171031" y="10"/>
            <a:ext cx="3144714" cy="3209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AECCB-24C6-4B83-4AB9-593BDB26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25" r="12036"/>
          <a:stretch>
            <a:fillRect/>
          </a:stretch>
        </p:blipFill>
        <p:spPr>
          <a:xfrm>
            <a:off x="5171033" y="3310128"/>
            <a:ext cx="3144712" cy="35478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244B0E-E9C2-D93F-4555-E1ADC15B53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05" r="8313" b="-3"/>
          <a:stretch>
            <a:fillRect/>
          </a:stretch>
        </p:blipFill>
        <p:spPr>
          <a:xfrm>
            <a:off x="8416348" y="10"/>
            <a:ext cx="3775651" cy="4133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8A1D29-825A-D98C-E441-F5CBF4A180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65" r="1003" b="5"/>
          <a:stretch>
            <a:fillRect/>
          </a:stretch>
        </p:blipFill>
        <p:spPr>
          <a:xfrm>
            <a:off x="8416348" y="4233672"/>
            <a:ext cx="3775652" cy="262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07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274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Ethan Bishop</vt:lpstr>
      <vt:lpstr>ROS 2 Implementation</vt:lpstr>
      <vt:lpstr>Waffle bot plates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10</cp:revision>
  <dcterms:created xsi:type="dcterms:W3CDTF">2026-09-10T19:13:21Z</dcterms:created>
  <dcterms:modified xsi:type="dcterms:W3CDTF">2026-10-14T00:09:35Z</dcterms:modified>
</cp:coreProperties>
</file>