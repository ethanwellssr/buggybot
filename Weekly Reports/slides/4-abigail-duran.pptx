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9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577"/>
    <p:restoredTop sz="94658"/>
  </p:normalViewPr>
  <p:slideViewPr>
    <p:cSldViewPr snapToGrid="0">
      <p:cViewPr varScale="1">
        <p:scale>
          <a:sx n="113" d="100"/>
          <a:sy n="113" d="100"/>
        </p:scale>
        <p:origin x="184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59182-6FD3-6E62-0AC1-D7F9A089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Abigail Duran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531B-14FC-040D-A94D-6293C4D3F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351338"/>
          </a:xfrm>
        </p:spPr>
        <p:txBody>
          <a:bodyPr>
            <a:normAutofit fontScale="77500" lnSpcReduction="20000"/>
          </a:bodyPr>
          <a:lstStyle/>
          <a:p>
            <a:r>
              <a:rPr b="1" dirty="0"/>
              <a:t>Goals for the week</a:t>
            </a:r>
            <a:endParaRPr lang="en-US" b="1" dirty="0"/>
          </a:p>
          <a:p>
            <a:pPr lvl="1"/>
            <a:r>
              <a:rPr lang="en-US" dirty="0"/>
              <a:t>Prepare the PCB design files with all currently selected components and required connections.</a:t>
            </a:r>
          </a:p>
          <a:p>
            <a:pPr lvl="1"/>
            <a:r>
              <a:rPr lang="en-US" dirty="0"/>
              <a:t>Make sure the schematic reflects the components planned for the current </a:t>
            </a:r>
            <a:r>
              <a:rPr lang="en-US" dirty="0" err="1"/>
              <a:t>BuggyBot</a:t>
            </a:r>
            <a:r>
              <a:rPr lang="en-US" dirty="0"/>
              <a:t> hardware setup.</a:t>
            </a:r>
          </a:p>
          <a:p>
            <a:r>
              <a:rPr lang="en-US" b="1" dirty="0"/>
              <a:t>Progress for the week</a:t>
            </a:r>
          </a:p>
          <a:p>
            <a:pPr lvl="1"/>
            <a:r>
              <a:rPr lang="en-US" dirty="0"/>
              <a:t>Created an organized component checklist/spreadsheet for the PCB design. </a:t>
            </a:r>
          </a:p>
          <a:p>
            <a:pPr lvl="1"/>
            <a:r>
              <a:rPr lang="en-US" dirty="0"/>
              <a:t>Reviewed the CM5 IO Board components and connections to determine which features should be kept, removed, or modified.</a:t>
            </a:r>
          </a:p>
          <a:p>
            <a:pPr lvl="1"/>
            <a:r>
              <a:rPr lang="en-US" dirty="0"/>
              <a:t>Added IMU and LCD connectors on the board.</a:t>
            </a:r>
          </a:p>
          <a:p>
            <a:r>
              <a:rPr lang="en-US" b="1" dirty="0"/>
              <a:t>Goals for next week</a:t>
            </a:r>
            <a:r>
              <a:rPr lang="en-US" dirty="0"/>
              <a:t>​​​</a:t>
            </a:r>
          </a:p>
          <a:p>
            <a:pPr lvl="1"/>
            <a:r>
              <a:rPr lang="en-US" dirty="0"/>
              <a:t>Continue developing the PCB design and component placement.</a:t>
            </a:r>
          </a:p>
          <a:p>
            <a:pPr lvl="1"/>
            <a:r>
              <a:rPr lang="en-US" dirty="0"/>
              <a:t>Work toward finalizing the PCB design for manufacturing.</a:t>
            </a:r>
            <a:endParaRPr dirty="0"/>
          </a:p>
          <a:p>
            <a:r>
              <a:rPr b="1" dirty="0"/>
              <a:t>Hours spent on progress</a:t>
            </a:r>
          </a:p>
          <a:p>
            <a:pPr lvl="1"/>
            <a:r>
              <a:rPr lang="en-US" dirty="0"/>
              <a:t>6 hours​</a:t>
            </a:r>
          </a:p>
          <a:p>
            <a:pPr lvl="1"/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2943549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71870F1-2187-FBD8-D06D-8778AEBE1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371" y="1531408"/>
            <a:ext cx="9507257" cy="3795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2638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04F76B-D95C-4864-55C7-06717C4B52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797" y="451083"/>
            <a:ext cx="9538406" cy="5955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3853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109</Words>
  <Application>Microsoft Macintosh PowerPoint</Application>
  <PresentationFormat>Widescreen</PresentationFormat>
  <Paragraphs>13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Abigail Duran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Abigail Duran</cp:lastModifiedBy>
  <cp:revision>14</cp:revision>
  <dcterms:created xsi:type="dcterms:W3CDTF">2026-09-10T19:13:21Z</dcterms:created>
  <dcterms:modified xsi:type="dcterms:W3CDTF">2026-10-19T15:29:31Z</dcterms:modified>
</cp:coreProperties>
</file>