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7" r:id="rId2"/>
    <p:sldId id="258" r:id="rId3"/>
    <p:sldId id="259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742"/>
    <p:restoredTop sz="94658"/>
  </p:normalViewPr>
  <p:slideViewPr>
    <p:cSldViewPr snapToGrid="0">
      <p:cViewPr>
        <p:scale>
          <a:sx n="147" d="100"/>
          <a:sy n="147" d="100"/>
        </p:scale>
        <p:origin x="-680" y="-9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E46CE4-1CF6-BD4C-943E-A9146691DC73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DD562A-EC08-1F4C-B151-E0A2BED27C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0981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DD562A-EC08-1F4C-B151-E0A2BED27C4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7175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9180D-72B0-0C13-F230-21B8B8B683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8C378E-EE98-1B55-9295-03ABC4ED2A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034A12-2077-3E3B-D583-A00728B42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288FBF-057B-A479-DCE6-D7ED58562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DF4C-4E4F-3108-DB8F-5ACB935DF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287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831FEE-5B09-2330-864B-B72607D00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A1C06C-00B4-D7B9-B6C6-CD77128166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24CEA-F28D-B7D5-427E-4CC7DD62D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12C963-C98F-0C85-FBF7-13C0E6DD4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D2F67A-B033-2932-80B2-46B71C666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45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A5708-F22F-F62A-CF4E-F30481AE4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D8863E-39E4-EC1A-6863-75B737CDA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69DE7-2497-E6E8-3696-1E2DF46D85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CC25CA-486E-0FC9-2FF8-41F8E6D7E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90060-0374-6222-A5F8-E52287F31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039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B67C1-8848-A8C9-BD04-720AE50AF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BA6D0A-9543-76B0-4EDF-CF699CAC6E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C23278-5B1C-F01A-1440-2BB3B99304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76BAE5-DDFC-22B4-A631-018AAEDE9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E3E731-B3C0-F385-A880-4D3A1002F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D5E8D2-CD2B-0D84-57C3-5DE99B826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666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A5CB7-7D54-6838-F819-23471EF57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B71962-60F9-1C85-E392-990E8B225D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A42645-00FA-8C8D-1F86-DE7FEF8DF2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89ACA2-2971-30A3-5C79-0A10ADA814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5A05D9-9B11-30B9-720D-2414323749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DDA98A-7032-8781-9496-59CB5A784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63B4E98-F221-32D5-3DF0-8E8B9271C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D67C03-E36A-88DE-1B36-11E590CE5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051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EC65C-0FDF-A6EB-A34A-C07CA3FEF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CAC3B4-10B3-4D7D-083F-C369B5F6C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35C7DC-0E4D-ED75-4301-A4F622E82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7CEEF8-641C-A099-F5E2-34FE37B24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054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305337-945A-C035-FA8C-6063786DE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D891C2-4E0E-CB59-3ACA-891A29BE4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13169-DE32-FEBA-4AA2-B660D9264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906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F40ED-DC71-A0CD-3F7F-C0C61AB74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D9BA11-C591-7871-A3DF-4AECCF065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49603B-75B3-5707-DBA5-EF296E030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7EF9DA-15C7-0612-CB70-C9ED444A8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48C89A-1BB7-8571-AF22-95B709D1F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E8FA3A-AADB-3247-8AB1-AF7E2AB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200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40E19-957F-C15B-3117-98E33BB44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213E2E3-9E87-028C-53BB-A6C06D41AC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A042E9-97CD-6650-E267-BA8226213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A342AD-80E3-360E-9C0A-4D29888A4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28F27E-3794-2C19-8A24-28D863A99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A9699-2492-5007-F8AA-AEDC3B38E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049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EF108-774B-2270-38D4-FEB1AA7D8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75393D-D63A-5579-E9F6-A7F2F6F1AF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997CB4-8585-781D-CA8D-7C4BFF812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26CC0-6992-B8E7-EB13-34FFE859B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C3D64-9378-E592-75CF-038E7F603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8648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952345-DBD5-1365-F4D0-09BA808C44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75E6CC-A3E9-A10D-7AC5-BF3FE04A27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036B43-1715-D9A2-2B60-4BBBB253A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409F1F-EDBD-85FC-8E98-B7DEB8A62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9B9C90-2A51-AFA6-3CF2-A8EC2C06B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673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C9D4BC-FC6E-7B20-4BC5-6311FED93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DD281F-9F8E-740C-3B8A-60C59CFCED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1D0AEE-BF8C-D1EF-A2A9-3EFCEADF80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2E6B35-DAD5-CF47-9E65-9CA12B499D8C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F3CC73-6335-926B-4C9E-B65D5ECB11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F751B3-DB78-34D0-A11A-FC441B1B36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245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59182-6FD3-6E62-0AC1-D7F9A089F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Abigail Duran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A8531B-14FC-040D-A94D-6293C4D3F0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0298"/>
            <a:ext cx="10515600" cy="4351338"/>
          </a:xfrm>
        </p:spPr>
        <p:txBody>
          <a:bodyPr>
            <a:normAutofit fontScale="92500" lnSpcReduction="10000"/>
          </a:bodyPr>
          <a:lstStyle/>
          <a:p>
            <a:r>
              <a:rPr b="1" dirty="0"/>
              <a:t>Goals for the week</a:t>
            </a:r>
            <a:endParaRPr lang="en-US" b="1" dirty="0"/>
          </a:p>
          <a:p>
            <a:pPr lvl="1"/>
            <a:r>
              <a:rPr lang="en-US" dirty="0"/>
              <a:t>Complete final design of the PCB</a:t>
            </a:r>
          </a:p>
          <a:p>
            <a:pPr lvl="1"/>
            <a:r>
              <a:rPr lang="en-US" dirty="0"/>
              <a:t>Make sure the schematic reflects the components planned for the current </a:t>
            </a:r>
            <a:r>
              <a:rPr lang="en-US" dirty="0" err="1"/>
              <a:t>BuggyBot</a:t>
            </a:r>
            <a:r>
              <a:rPr lang="en-US" dirty="0"/>
              <a:t> hardware setup.</a:t>
            </a:r>
          </a:p>
          <a:p>
            <a:r>
              <a:rPr lang="en-US" b="1" dirty="0"/>
              <a:t>Progress for the week</a:t>
            </a:r>
          </a:p>
          <a:p>
            <a:pPr lvl="1"/>
            <a:r>
              <a:rPr lang="en-US" dirty="0"/>
              <a:t>Added the required new components</a:t>
            </a:r>
          </a:p>
          <a:p>
            <a:pPr lvl="1"/>
            <a:r>
              <a:rPr lang="en-US" dirty="0"/>
              <a:t>Began tracing the connections on the board</a:t>
            </a:r>
          </a:p>
          <a:p>
            <a:r>
              <a:rPr lang="en-US" b="1" dirty="0"/>
              <a:t>Goals for next week</a:t>
            </a:r>
            <a:r>
              <a:rPr lang="en-US" dirty="0"/>
              <a:t>​​​</a:t>
            </a:r>
          </a:p>
          <a:p>
            <a:pPr lvl="1"/>
            <a:r>
              <a:rPr lang="en-US" dirty="0"/>
              <a:t>Generate all required files for manufacturing.</a:t>
            </a:r>
          </a:p>
          <a:p>
            <a:pPr lvl="1"/>
            <a:r>
              <a:rPr lang="en-US" dirty="0"/>
              <a:t>Place the PCB order.</a:t>
            </a:r>
            <a:endParaRPr dirty="0"/>
          </a:p>
          <a:p>
            <a:r>
              <a:rPr b="1" dirty="0"/>
              <a:t>Hours spent on progress</a:t>
            </a:r>
          </a:p>
          <a:p>
            <a:pPr lvl="1"/>
            <a:r>
              <a:rPr lang="en-US" dirty="0"/>
              <a:t>6 hours​</a:t>
            </a:r>
          </a:p>
          <a:p>
            <a:pPr lvl="1"/>
            <a:endParaRPr b="1" dirty="0"/>
          </a:p>
        </p:txBody>
      </p:sp>
    </p:spTree>
    <p:extLst>
      <p:ext uri="{BB962C8B-B14F-4D97-AF65-F5344CB8AC3E}">
        <p14:creationId xmlns:p14="http://schemas.microsoft.com/office/powerpoint/2010/main" val="29435496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04F76B-D95C-4864-55C7-06717C4B52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6797" y="451083"/>
            <a:ext cx="9538406" cy="595583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350B74D-6365-F884-1022-AF319FB7D4EF}"/>
              </a:ext>
            </a:extLst>
          </p:cNvPr>
          <p:cNvSpPr txBox="1"/>
          <p:nvPr/>
        </p:nvSpPr>
        <p:spPr>
          <a:xfrm>
            <a:off x="1326797" y="6410366"/>
            <a:ext cx="1589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6.2 in by 3.5 in</a:t>
            </a:r>
          </a:p>
        </p:txBody>
      </p:sp>
    </p:spTree>
    <p:extLst>
      <p:ext uri="{BB962C8B-B14F-4D97-AF65-F5344CB8AC3E}">
        <p14:creationId xmlns:p14="http://schemas.microsoft.com/office/powerpoint/2010/main" val="4403853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204D2AF-EE1E-5FD0-C855-52759FF0EA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040" y="536012"/>
            <a:ext cx="10815919" cy="578597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DFD9DD9-586C-1C00-F0B1-2CEC1B3F432E}"/>
              </a:ext>
            </a:extLst>
          </p:cNvPr>
          <p:cNvSpPr txBox="1"/>
          <p:nvPr/>
        </p:nvSpPr>
        <p:spPr>
          <a:xfrm>
            <a:off x="688040" y="6321988"/>
            <a:ext cx="1589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5.5 in by 2.6 in</a:t>
            </a:r>
          </a:p>
        </p:txBody>
      </p:sp>
    </p:spTree>
    <p:extLst>
      <p:ext uri="{BB962C8B-B14F-4D97-AF65-F5344CB8AC3E}">
        <p14:creationId xmlns:p14="http://schemas.microsoft.com/office/powerpoint/2010/main" val="39916053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</TotalTime>
  <Words>76</Words>
  <Application>Microsoft Macintosh PowerPoint</Application>
  <PresentationFormat>Widescreen</PresentationFormat>
  <Paragraphs>15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Abigail Duran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Wells, Ethan Rhys</dc:creator>
  <cp:lastModifiedBy>Abigail Duran</cp:lastModifiedBy>
  <cp:revision>15</cp:revision>
  <dcterms:created xsi:type="dcterms:W3CDTF">2026-09-10T19:13:21Z</dcterms:created>
  <dcterms:modified xsi:type="dcterms:W3CDTF">2026-10-27T13:59:28Z</dcterms:modified>
</cp:coreProperties>
</file>