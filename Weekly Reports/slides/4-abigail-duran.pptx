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84"/>
    <p:restoredTop sz="94658"/>
  </p:normalViewPr>
  <p:slideViewPr>
    <p:cSldViewPr snapToGrid="0">
      <p:cViewPr>
        <p:scale>
          <a:sx n="100" d="100"/>
          <a:sy n="100" d="100"/>
        </p:scale>
        <p:origin x="7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Abigail Duran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b="1" dirty="0"/>
              <a:t>Goals for the week</a:t>
            </a:r>
            <a:endParaRPr lang="en-US" b="1" dirty="0"/>
          </a:p>
          <a:p>
            <a:pPr lvl="1"/>
            <a:r>
              <a:rPr lang="en-US" dirty="0"/>
              <a:t>Prepare the PCB design files with all currently selected components and required connections.</a:t>
            </a:r>
          </a:p>
          <a:p>
            <a:pPr lvl="1"/>
            <a:r>
              <a:rPr lang="en-US" dirty="0"/>
              <a:t>Make sure the schematic reflects the components planned for the current </a:t>
            </a:r>
            <a:r>
              <a:rPr lang="en-US" dirty="0" err="1"/>
              <a:t>BuggyBot</a:t>
            </a:r>
            <a:r>
              <a:rPr lang="en-US" dirty="0"/>
              <a:t> hardware setup.</a:t>
            </a:r>
          </a:p>
          <a:p>
            <a:r>
              <a:rPr lang="en-US" b="1" dirty="0"/>
              <a:t>Progress for the week</a:t>
            </a:r>
          </a:p>
          <a:p>
            <a:pPr lvl="1"/>
            <a:r>
              <a:rPr lang="en-US" dirty="0"/>
              <a:t>Created an organized component checklist/spreadsheet for the PCB design. </a:t>
            </a:r>
          </a:p>
          <a:p>
            <a:pPr lvl="1"/>
            <a:r>
              <a:rPr lang="en-US" dirty="0"/>
              <a:t>Reviewed the CM5 IO Board components and connections to determine which features should be kept, removed, or modified.</a:t>
            </a:r>
          </a:p>
          <a:p>
            <a:pPr lvl="1"/>
            <a:r>
              <a:rPr lang="en-US" dirty="0"/>
              <a:t>Removed unnecessary components from both the schematic and PCB layout.</a:t>
            </a:r>
          </a:p>
          <a:p>
            <a:r>
              <a:rPr lang="en-US" b="1" dirty="0"/>
              <a:t>Goals for next week</a:t>
            </a:r>
            <a:r>
              <a:rPr lang="en-US" dirty="0"/>
              <a:t>​​​</a:t>
            </a:r>
          </a:p>
          <a:p>
            <a:pPr lvl="1"/>
            <a:r>
              <a:rPr lang="en-US" dirty="0"/>
              <a:t>Continue developing the PCB design and component placement.</a:t>
            </a:r>
          </a:p>
          <a:p>
            <a:pPr lvl="1"/>
            <a:r>
              <a:rPr lang="en-US" dirty="0"/>
              <a:t>Begin planning power distribution and signal routing.​</a:t>
            </a:r>
          </a:p>
          <a:p>
            <a:pPr lvl="1"/>
            <a:r>
              <a:rPr lang="en-US" dirty="0"/>
              <a:t>Work toward finalizing the PCB design for manufacturing.</a:t>
            </a:r>
            <a:endParaRPr dirty="0"/>
          </a:p>
          <a:p>
            <a:r>
              <a:rPr b="1" dirty="0"/>
              <a:t>Hours spent on progress</a:t>
            </a:r>
          </a:p>
          <a:p>
            <a:pPr lvl="1"/>
            <a:r>
              <a:rPr lang="en-US" dirty="0"/>
              <a:t>6 hours​</a:t>
            </a:r>
          </a:p>
          <a:p>
            <a:pPr lvl="1"/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943549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F150F6-B5DC-9B0E-7802-A8FC01B0B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50" y="368556"/>
            <a:ext cx="9436100" cy="612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85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186BFD-4D32-6F06-6690-29A945916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725" y="700902"/>
            <a:ext cx="9480550" cy="545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6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E52E99-419F-5F59-B3FB-9FE958F8A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831017"/>
            <a:ext cx="8953500" cy="519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841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119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Abigail Duran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Abigail Duran</cp:lastModifiedBy>
  <cp:revision>13</cp:revision>
  <dcterms:created xsi:type="dcterms:W3CDTF">2026-09-10T19:13:21Z</dcterms:created>
  <dcterms:modified xsi:type="dcterms:W3CDTF">2026-10-12T21:02:09Z</dcterms:modified>
</cp:coreProperties>
</file>