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Continue OpenCV Learning</a:t>
            </a:r>
          </a:p>
          <a:p>
            <a:pPr lvl="1"/>
            <a:r>
              <a:rPr lang="en-US" dirty="0"/>
              <a:t>Research Line Sensor Options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Selected and ordered  Line Sensors</a:t>
            </a:r>
          </a:p>
          <a:p>
            <a:pPr lvl="1"/>
            <a:r>
              <a:rPr lang="en-US" dirty="0"/>
              <a:t>Completed OpenCV Beginner course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Integrate line sensors with </a:t>
            </a:r>
            <a:r>
              <a:rPr lang="en-US" dirty="0" err="1"/>
              <a:t>RaspberryPi</a:t>
            </a:r>
            <a:endParaRPr lang="en-US" dirty="0"/>
          </a:p>
          <a:p>
            <a:pPr lvl="1"/>
            <a:r>
              <a:rPr lang="en-US" dirty="0"/>
              <a:t>Implement OpenCV with </a:t>
            </a:r>
            <a:r>
              <a:rPr lang="en-US" dirty="0" err="1"/>
              <a:t>RaspberryPi</a:t>
            </a:r>
            <a:r>
              <a:rPr lang="en-US" dirty="0"/>
              <a:t> Camera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47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Alexis Perez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Perez, Alexis</cp:lastModifiedBy>
  <cp:revision>11</cp:revision>
  <dcterms:created xsi:type="dcterms:W3CDTF">2026-09-10T19:13:21Z</dcterms:created>
  <dcterms:modified xsi:type="dcterms:W3CDTF">2026-10-06T20:23:36Z</dcterms:modified>
</cp:coreProperties>
</file>