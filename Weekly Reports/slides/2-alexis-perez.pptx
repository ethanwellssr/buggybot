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>
        <p:scale>
          <a:sx n="69" d="100"/>
          <a:sy n="69" d="100"/>
        </p:scale>
        <p:origin x="54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Research different Vehicle Navigation Options</a:t>
            </a:r>
          </a:p>
          <a:p>
            <a:pPr lvl="1"/>
            <a:r>
              <a:rPr lang="en-US" dirty="0"/>
              <a:t>Start OpenCV Course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Finalized/presented different Vehicle Navigation Options</a:t>
            </a:r>
          </a:p>
          <a:p>
            <a:pPr lvl="1"/>
            <a:r>
              <a:rPr lang="en-US" dirty="0"/>
              <a:t>Completed OpenCV course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Research and buy any missing components (per Navigation Option)</a:t>
            </a:r>
          </a:p>
          <a:p>
            <a:pPr lvl="1"/>
            <a:r>
              <a:rPr lang="en-US"/>
              <a:t>Continue </a:t>
            </a:r>
            <a:r>
              <a:rPr lang="en-US" dirty="0"/>
              <a:t>OpenCV learning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53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Alexis Perez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Perez, Alexis</cp:lastModifiedBy>
  <cp:revision>10</cp:revision>
  <dcterms:created xsi:type="dcterms:W3CDTF">2026-09-10T19:13:21Z</dcterms:created>
  <dcterms:modified xsi:type="dcterms:W3CDTF">2026-09-29T22:20:51Z</dcterms:modified>
</cp:coreProperties>
</file>