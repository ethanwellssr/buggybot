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328752-8813-4BB9-B7FE-0A968FF3A40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29E10-1B6F-49A2-A173-F830BF8C664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E990C8-5C37-42B9-8D8D-DAEA273D2F5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552279-ED33-4153-9144-0D41B8A9301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17CC6-0635-4B8A-8C8B-C72BE46DDAE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41C6C9-3341-42FD-96AA-73DB99B6125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9F0E5-5FC5-4D90-B5C6-A2C44AE4CE6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6CCBE6-6919-4CC6-A1F7-AF3EC55F339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DB814-D278-489D-9822-B827336714D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5C8A21-16A3-4F31-AB88-F1B99F0599D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C652AB-CF84-4962-ACF0-55A321EBA96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Alexis Perez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Goals for the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OpenCV Learning and Testing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 vehicle components together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Progress for the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OpenCV testing on Webcam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Ordered Chassis to test components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Goals for next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Implement OpenCV with RaspberryPi Camera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Hours spent on progress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 hours.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40080" y="325440"/>
            <a:ext cx="4368240" cy="195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Test Chassis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86960"/>
            <a:ext cx="3474360" cy="18000"/>
          </a:xfrm>
          <a:custGeom>
            <a:avLst/>
            <a:gdLst>
              <a:gd name="textAreaLeft" fmla="*/ 0 w 3474360"/>
              <a:gd name="textAreaRight" fmla="*/ 3474720 w 3474360"/>
              <a:gd name="textAreaTop" fmla="*/ 0 h 18000"/>
              <a:gd name="textAreaBottom" fmla="*/ 18360 h 18000"/>
              <a:gd name="GluePoint1X" fmla="*/ 0 w 3474720"/>
              <a:gd name="GluePoint1Y" fmla="*/ 0 h 18288"/>
              <a:gd name="GluePoint2X" fmla="*/ 694944 w 3474720"/>
              <a:gd name="GluePoint2Y" fmla="*/ 0 h 18288"/>
              <a:gd name="GluePoint3X" fmla="*/ 1355141 w 3474720"/>
              <a:gd name="GluePoint3Y" fmla="*/ 0 h 18288"/>
              <a:gd name="GluePoint4X" fmla="*/ 2015338 w 3474720"/>
              <a:gd name="GluePoint4Y" fmla="*/ 0 h 18288"/>
              <a:gd name="GluePoint5X" fmla="*/ 2779776 w 3474720"/>
              <a:gd name="GluePoint5Y" fmla="*/ 0 h 18288"/>
              <a:gd name="GluePoint6X" fmla="*/ 3474720 w 3474720"/>
              <a:gd name="GluePoint6Y" fmla="*/ 0 h 18288"/>
              <a:gd name="GluePoint7X" fmla="*/ 3474720 w 3474720"/>
              <a:gd name="GluePoint7Y" fmla="*/ 18288 h 18288"/>
              <a:gd name="GluePoint8X" fmla="*/ 2779776 w 3474720"/>
              <a:gd name="GluePoint8Y" fmla="*/ 18288 h 18288"/>
              <a:gd name="GluePoint9X" fmla="*/ 2189074 w 3474720"/>
              <a:gd name="GluePoint9Y" fmla="*/ 18288 h 18288"/>
              <a:gd name="GluePoint10X" fmla="*/ 1528877 w 3474720"/>
              <a:gd name="GluePoint10Y" fmla="*/ 18288 h 18288"/>
              <a:gd name="GluePoint11X" fmla="*/ 868680 w 3474720"/>
              <a:gd name="GluePoint11Y" fmla="*/ 18288 h 18288"/>
              <a:gd name="GluePoint12X" fmla="*/ 0 w 3474720"/>
              <a:gd name="GluePoint12Y" fmla="*/ 18288 h 18288"/>
              <a:gd name="GluePoint13X" fmla="*/ 0 w 3474720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474720" h="18288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stroke="0" w="3474720" h="18288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445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40080" y="2872800"/>
            <a:ext cx="4243320" cy="33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Content Placeholder 4"/>
          <p:cNvSpPr/>
          <p:nvPr/>
        </p:nvSpPr>
        <p:spPr>
          <a:xfrm>
            <a:off x="5311800" y="0"/>
            <a:ext cx="6878520" cy="6857640"/>
          </a:xfrm>
          <a:custGeom>
            <a:avLst/>
            <a:gdLst>
              <a:gd name="textAreaLeft" fmla="*/ 0 w 6878520"/>
              <a:gd name="textAreaRight" fmla="*/ 6878880 w 687852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Application>LibreOffice/26.2.6.3$Linux_X86_64 LibreOffice_project/6673c99d96549ce65101be79fa29dd8a8e58eb52</Application>
  <AppVersion>15.0000</AppVersion>
  <Words>45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2026-09-10T19:13:21Z</dcterms:created>
  <dc:creator>Wells, Ethan Rhys</dc:creator>
  <dc:description/>
  <dc:language>en-US</dc:language>
  <cp:lastModifiedBy/>
  <dcterms:modified xsi:type="dcterms:W3CDTF">2026-10-21T13:56:44Z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