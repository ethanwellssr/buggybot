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490F9B-8A9B-4F5E-8EBF-893E22BC8FD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779BAF2-6815-4967-863B-027A4F2A9A56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3716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8288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86256C-A48D-4131-A5BB-5FD4F23F54CF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245D782-B630-4D4E-8A82-83DAE56A40D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96530C-D960-4E4F-BD18-769F31B0248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360" cy="581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520" cy="581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B2E503-C6EA-4E5E-87DA-763543BA5956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BF7DDA-5B9B-4081-B278-D94D3925C75A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348D3D-D91D-47BE-B648-72AF9DCB7CF2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8DA0B4-8E80-4ABE-A23D-24C96D795D40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BD94EA7-7C82-4183-9EA4-6E9A192ED86A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04F810-7918-41BB-B365-D838989FDE9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Alexis Perez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Goals for the week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OpenCV testing and implementation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Progress for the week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OpenCV testing through Laptop Webcam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Implement OpenCV to RaspberryPi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Tested all components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Goals for next week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Fine tune OpenCV for RaspberryPi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Hours spent on progress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 hours.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pic>
        <p:nvPicPr>
          <p:cNvPr id="64" name=""/>
          <p:cNvPicPr/>
          <p:nvPr/>
        </p:nvPicPr>
        <p:blipFill>
          <a:blip r:embed="rId1"/>
          <a:stretch/>
        </p:blipFill>
        <p:spPr>
          <a:xfrm>
            <a:off x="-360" y="20880"/>
            <a:ext cx="8617680" cy="365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" name=""/>
          <p:cNvPicPr/>
          <p:nvPr/>
        </p:nvPicPr>
        <p:blipFill>
          <a:blip r:embed="rId2"/>
          <a:stretch/>
        </p:blipFill>
        <p:spPr>
          <a:xfrm>
            <a:off x="2984400" y="2933280"/>
            <a:ext cx="9207720" cy="3924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259</TotalTime>
  <Application>LibreOffice/26.2.6.3$Linux_X86_64 LibreOffice_project/6673c99d96549ce65101be79fa29dd8a8e58eb52</Application>
  <AppVersion>15.0000</AppVersion>
  <Words>45</Words>
  <Paragraphs>12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2026-09-10T19:13:21Z</dcterms:created>
  <dc:creator>Wells, Ethan Rhys</dc:creator>
  <dc:description/>
  <dc:language>en-US</dc:language>
  <cp:lastModifiedBy/>
  <dcterms:modified xsi:type="dcterms:W3CDTF">2026-10-27T13:03:54Z</dcterms:modified>
  <cp:revision>16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2</vt:i4>
  </property>
</Properties>
</file>