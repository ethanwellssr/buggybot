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0F15A92-2754-4A83-8048-BD0637B937E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64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64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20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20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5750AC-E9DB-4C72-862E-680F71E1CF8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F41D584-09AA-48B2-8894-F3A1A1BBE3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82DC4F-FA27-4D1C-A30A-BAAE13F7535A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A07350-94C0-44DE-81CC-57BE4DC8543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3716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8288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7432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906218-7883-407D-A8BE-B4E9A34FA5E5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14F7E84-A1A6-467A-95D3-AEA3814C89B5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C250BB3-AAB5-46FC-BF03-469DAA23975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000" cy="581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160" cy="581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63DCCD2-268E-4FAF-9ABB-5D123BEAC39A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C7CFCE5-4038-4CFD-BE33-7F57C2C870C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3CAD9AA-7888-4B89-BE78-283E2457A1ED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Alexis Perez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Goals for the week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OpenCV testing and implementation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Progress for the week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OpenCV testing through Laptop Webcam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Implement OpenCV to RaspberryPi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Goals for next week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Fine tune OpenCV for RaspberryPi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Test all components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Hours spent on progress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7 hours.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838080" y="364680"/>
            <a:ext cx="1051452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pic>
        <p:nvPicPr>
          <p:cNvPr id="64" name=""/>
          <p:cNvPicPr/>
          <p:nvPr/>
        </p:nvPicPr>
        <p:blipFill>
          <a:blip r:embed="rId1"/>
          <a:stretch/>
        </p:blipFill>
        <p:spPr>
          <a:xfrm>
            <a:off x="-360" y="20880"/>
            <a:ext cx="8617320" cy="3657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" name=""/>
          <p:cNvPicPr/>
          <p:nvPr/>
        </p:nvPicPr>
        <p:blipFill>
          <a:blip r:embed="rId2"/>
          <a:stretch/>
        </p:blipFill>
        <p:spPr>
          <a:xfrm>
            <a:off x="2984400" y="2933280"/>
            <a:ext cx="9207360" cy="3924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260</TotalTime>
  <Application>LibreOffice/26.2.6.3$Linux_X86_64 LibreOffice_project/6673c99d96549ce65101be79fa29dd8a8e58eb52</Application>
  <AppVersion>15.0000</AppVersion>
  <Words>45</Words>
  <Paragraphs>12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2026-09-10T19:13:21Z</dcterms:created>
  <dc:creator>Wells, Ethan Rhys</dc:creator>
  <dc:description/>
  <dc:language>en-US</dc:language>
  <cp:lastModifiedBy/>
  <dcterms:modified xsi:type="dcterms:W3CDTF">2026-10-27T17:05:37Z</dcterms:modified>
  <cp:revision>17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2</vt:i4>
  </property>
</Properties>
</file>