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8" r:id="rId6"/>
    <p:sldId id="257" r:id="rId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328752-8813-4BB9-B7FE-0A968FF3A40D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B29E10-1B6F-49A2-A173-F830BF8C664F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E990C8-5C37-42B9-8D8D-DAEA273D2F5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552279-ED33-4153-9144-0D41B8A9301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B17CC6-0635-4B8A-8C8B-C72BE46DDAE8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41C6C9-3341-42FD-96AA-73DB99B6125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49F0E5-5FC5-4D90-B5C6-A2C44AE4CE6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6CCBE6-6919-4CC6-A1F7-AF3EC55F3392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F4DB814-D278-489D-9822-B827336714D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5C8A21-16A3-4F31-AB88-F1B99F0599D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828800"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C652AB-CF84-4962-ACF0-55A321EBA96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Alexis Perez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Goals for the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OpenCV Learning and Testing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 vehicle components together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Progress for the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OpenCV testing on Webcam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Ordered Chassis to test components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Goals for next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Implement OpenCV with RaspberryPi Camera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Hours spent on progress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 hours.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40080" y="325440"/>
            <a:ext cx="4368240" cy="1956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5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Test Chassis</a:t>
            </a:r>
            <a:endParaRPr lang="en-US" sz="5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3" name="sketchy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2586960"/>
            <a:ext cx="3474360" cy="18000"/>
          </a:xfrm>
          <a:custGeom>
            <a:avLst/>
            <a:gdLst>
              <a:gd name="textAreaLeft" fmla="*/ 0 w 3474360"/>
              <a:gd name="textAreaRight" fmla="*/ 3474720 w 3474360"/>
              <a:gd name="textAreaTop" fmla="*/ 0 h 18000"/>
              <a:gd name="textAreaBottom" fmla="*/ 18360 h 18000"/>
              <a:gd name="GluePoint1X" fmla="*/ 0 w 3474720"/>
              <a:gd name="GluePoint1Y" fmla="*/ 0 h 18288"/>
              <a:gd name="GluePoint2X" fmla="*/ 694944 w 3474720"/>
              <a:gd name="GluePoint2Y" fmla="*/ 0 h 18288"/>
              <a:gd name="GluePoint3X" fmla="*/ 1355141 w 3474720"/>
              <a:gd name="GluePoint3Y" fmla="*/ 0 h 18288"/>
              <a:gd name="GluePoint4X" fmla="*/ 2015338 w 3474720"/>
              <a:gd name="GluePoint4Y" fmla="*/ 0 h 18288"/>
              <a:gd name="GluePoint5X" fmla="*/ 2779776 w 3474720"/>
              <a:gd name="GluePoint5Y" fmla="*/ 0 h 18288"/>
              <a:gd name="GluePoint6X" fmla="*/ 3474720 w 3474720"/>
              <a:gd name="GluePoint6Y" fmla="*/ 0 h 18288"/>
              <a:gd name="GluePoint7X" fmla="*/ 3474720 w 3474720"/>
              <a:gd name="GluePoint7Y" fmla="*/ 18288 h 18288"/>
              <a:gd name="GluePoint8X" fmla="*/ 2779776 w 3474720"/>
              <a:gd name="GluePoint8Y" fmla="*/ 18288 h 18288"/>
              <a:gd name="GluePoint9X" fmla="*/ 2189074 w 3474720"/>
              <a:gd name="GluePoint9Y" fmla="*/ 18288 h 18288"/>
              <a:gd name="GluePoint10X" fmla="*/ 1528877 w 3474720"/>
              <a:gd name="GluePoint10Y" fmla="*/ 18288 h 18288"/>
              <a:gd name="GluePoint11X" fmla="*/ 868680 w 3474720"/>
              <a:gd name="GluePoint11Y" fmla="*/ 18288 h 18288"/>
              <a:gd name="GluePoint12X" fmla="*/ 0 w 3474720"/>
              <a:gd name="GluePoint12Y" fmla="*/ 18288 h 18288"/>
              <a:gd name="GluePoint13X" fmla="*/ 0 w 3474720"/>
              <a:gd name="GluePoint13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</a:cxnLst>
            <a:rect l="textAreaLeft" t="textAreaTop" r="textAreaRight" b="textAreaBottom"/>
            <a:pathLst>
              <a:path fill="none" w="3474720" h="18288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stroke="0" w="3474720" h="18288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44450">
            <a:solidFill>
              <a:srgbClr val="E97132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40080" y="2872800"/>
            <a:ext cx="4243320" cy="332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5" name="Content Placeholder 4"/>
          <p:cNvSpPr/>
          <p:nvPr/>
        </p:nvSpPr>
        <p:spPr>
          <a:xfrm>
            <a:off x="5311800" y="0"/>
            <a:ext cx="6878520" cy="6857640"/>
          </a:xfrm>
          <a:custGeom>
            <a:avLst/>
            <a:gdLst>
              <a:gd name="textAreaLeft" fmla="*/ 0 w 6878520"/>
              <a:gd name="textAreaRight" fmla="*/ 6878880 w 6878520"/>
              <a:gd name="textAreaTop" fmla="*/ 0 h 6857640"/>
              <a:gd name="textAreaBottom" fmla="*/ 6858000 h 6857640"/>
            </a:gdLst>
            <a:ahLst/>
            <a:cxnLst/>
            <a:rect l="textAreaLeft" t="textAreaTop" r="textAreaRight" b="textAreaBottom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83" y="0"/>
            <a:ext cx="10305033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212</TotalTime>
  <Application>LibreOffice/26.2.6.3$Linux_X86_64 LibreOffice_project/6673c99d96549ce65101be79fa29dd8a8e58eb52</Application>
  <AppVersion>15.0000</AppVersion>
  <Words>45</Words>
  <Paragraphs>12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2026-09-10T19:13:21Z</dcterms:created>
  <dc:creator>Wells, Ethan Rhys</dc:creator>
  <dc:description/>
  <dc:language>en-US</dc:language>
  <cp:lastModifiedBy/>
  <dcterms:modified xsi:type="dcterms:W3CDTF">2026-10-21T13:56:44Z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</vt:i4>
  </property>
</Properties>
</file>