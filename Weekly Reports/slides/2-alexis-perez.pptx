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9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28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EBF44-7FD5-A705-80AC-D5F6B809A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Alexis Perez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BF837-7A7D-A6A3-574B-020760331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Goals for the week</a:t>
            </a:r>
          </a:p>
          <a:p>
            <a:pPr lvl="1"/>
            <a:r>
              <a:rPr lang="en-US" dirty="0"/>
              <a:t>OpenCV Learning and Testing</a:t>
            </a:r>
          </a:p>
          <a:p>
            <a:pPr lvl="1"/>
            <a:r>
              <a:rPr lang="en-US" dirty="0"/>
              <a:t>Test vehicle components together</a:t>
            </a:r>
          </a:p>
          <a:p>
            <a:r>
              <a:rPr lang="en-US" b="1" dirty="0"/>
              <a:t>Progress for the week</a:t>
            </a:r>
          </a:p>
          <a:p>
            <a:pPr lvl="1"/>
            <a:r>
              <a:rPr lang="en-US" dirty="0"/>
              <a:t>OpenCV testing on Webcam</a:t>
            </a:r>
          </a:p>
          <a:p>
            <a:pPr lvl="1"/>
            <a:r>
              <a:rPr lang="en-US" dirty="0"/>
              <a:t>Ordered Chassis to test components</a:t>
            </a:r>
          </a:p>
          <a:p>
            <a:r>
              <a:rPr lang="en-US" b="1" dirty="0"/>
              <a:t>Goals for next week</a:t>
            </a:r>
          </a:p>
          <a:p>
            <a:pPr lvl="1"/>
            <a:r>
              <a:rPr lang="en-US" dirty="0"/>
              <a:t>Implement OpenCV with </a:t>
            </a:r>
            <a:r>
              <a:rPr lang="en-US" dirty="0" err="1"/>
              <a:t>RaspberryPi</a:t>
            </a:r>
            <a:r>
              <a:rPr lang="en-US" dirty="0"/>
              <a:t> Camera</a:t>
            </a:r>
          </a:p>
          <a:p>
            <a:r>
              <a:rPr lang="en-US" b="1" dirty="0"/>
              <a:t>Hours spent on progress</a:t>
            </a:r>
          </a:p>
          <a:p>
            <a:pPr lvl="1"/>
            <a:r>
              <a:rPr lang="en-US" dirty="0"/>
              <a:t>6 hours.</a:t>
            </a:r>
          </a:p>
        </p:txBody>
      </p:sp>
    </p:spTree>
    <p:extLst>
      <p:ext uri="{BB962C8B-B14F-4D97-AF65-F5344CB8AC3E}">
        <p14:creationId xmlns:p14="http://schemas.microsoft.com/office/powerpoint/2010/main" val="35669221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F615E2-3BCF-141C-922F-3366A8E88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n-US" sz="5400" dirty="0"/>
              <a:t>Test Chassis</a:t>
            </a:r>
          </a:p>
        </p:txBody>
      </p:sp>
      <p:sp>
        <p:nvSpPr>
          <p:cNvPr id="14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C9F5815-0534-FAE7-A690-5064A383DF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endParaRPr lang="en-US" sz="22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FA3C877-0F59-85E7-79C2-C2AF0EC2A3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2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0988274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</TotalTime>
  <Words>45</Words>
  <Application>Microsoft Office PowerPoint</Application>
  <PresentationFormat>Widescreen</PresentationFormat>
  <Paragraphs>12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Alexis Perez</vt:lpstr>
      <vt:lpstr>Test Chassis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Perez, Alexis</cp:lastModifiedBy>
  <cp:revision>13</cp:revision>
  <dcterms:created xsi:type="dcterms:W3CDTF">2026-09-10T19:13:21Z</dcterms:created>
  <dcterms:modified xsi:type="dcterms:W3CDTF">2026-10-20T21:21:38Z</dcterms:modified>
</cp:coreProperties>
</file>