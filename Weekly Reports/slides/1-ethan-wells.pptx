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1"/>
    <p:restoredTop sz="94599"/>
  </p:normalViewPr>
  <p:slideViewPr>
    <p:cSldViewPr snapToGrid="0">
      <p:cViewPr varScale="1">
        <p:scale>
          <a:sx n="112" d="100"/>
          <a:sy n="112" d="100"/>
        </p:scale>
        <p:origin x="51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59182-6FD3-6E62-0AC1-D7F9A089F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Ethan Wells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531B-14FC-040D-A94D-6293C4D3F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510" y="1428750"/>
            <a:ext cx="10702290" cy="4857750"/>
          </a:xfrm>
        </p:spPr>
        <p:txBody>
          <a:bodyPr>
            <a:normAutofit fontScale="55000" lnSpcReduction="20000"/>
          </a:bodyPr>
          <a:lstStyle/>
          <a:p>
            <a:r>
              <a:rPr b="1" dirty="0"/>
              <a:t>Goals for the week</a:t>
            </a:r>
            <a:endParaRPr lang="en-US" dirty="0"/>
          </a:p>
          <a:p>
            <a:pPr lvl="1"/>
            <a:r>
              <a:rPr sz="2900" dirty="0"/>
              <a:t>Prepare the LISA dataset (US traffic signs) for training.</a:t>
            </a:r>
          </a:p>
          <a:p>
            <a:pPr lvl="1"/>
            <a:r>
              <a:rPr sz="2900" dirty="0"/>
              <a:t>Test the trained German-sign (GTSRB) model.</a:t>
            </a:r>
          </a:p>
          <a:p>
            <a:r>
              <a:rPr b="1" dirty="0"/>
              <a:t>Progress for the week</a:t>
            </a:r>
            <a:endParaRPr lang="en-US" dirty="0"/>
          </a:p>
          <a:p>
            <a:pPr lvl="1"/>
            <a:r>
              <a:rPr sz="2900" dirty="0"/>
              <a:t>Downloaded the LISA Traffic Signs dataset from the Kaggle mirror (the UCSD host was down).</a:t>
            </a:r>
          </a:p>
          <a:p>
            <a:pPr lvl="1"/>
            <a:r>
              <a:rPr sz="2900" dirty="0"/>
              <a:t>Wrote prepare_lisa.py: validates the download, crops each annotated sign, and splits the crops into TensorFlow-ready train/validation/test folders.</a:t>
            </a:r>
          </a:p>
          <a:p>
            <a:pPr lvl="1"/>
            <a:r>
              <a:rPr sz="2900" dirty="0"/>
              <a:t>Narrowed the 47 LISA classes to the 12 the car needs: 6,097 crops, split 4,946 / 567 / 584.</a:t>
            </a:r>
          </a:p>
          <a:p>
            <a:pPr lvl="1"/>
            <a:r>
              <a:rPr sz="2900" dirty="0"/>
              <a:t>Kept every frame of the same physical sign in one split, so near-identical images can't leak between training and testing.</a:t>
            </a:r>
          </a:p>
          <a:p>
            <a:pPr lvl="1"/>
            <a:r>
              <a:rPr sz="2900" dirty="0"/>
              <a:t>Documented the download and preparation steps in LISA_PREPARATION.md.</a:t>
            </a:r>
          </a:p>
          <a:p>
            <a:pPr lvl="1"/>
            <a:r>
              <a:rPr sz="2900" dirty="0"/>
              <a:t>Tested the GTSRB model on the 12,630-image GTSRB test set: 95.8% accuracy.</a:t>
            </a:r>
          </a:p>
          <a:p>
            <a:r>
              <a:rPr b="1" dirty="0"/>
              <a:t>Goals for next week</a:t>
            </a:r>
            <a:endParaRPr lang="en-US" dirty="0"/>
          </a:p>
          <a:p>
            <a:pPr lvl="1"/>
            <a:r>
              <a:rPr sz="2900" dirty="0"/>
              <a:t>Train and test a CNN on the prepared LISA dataset.</a:t>
            </a:r>
          </a:p>
          <a:p>
            <a:r>
              <a:rPr b="1" dirty="0"/>
              <a:t>Hours spent on progress</a:t>
            </a:r>
            <a:endParaRPr lang="en-US" dirty="0"/>
          </a:p>
          <a:p>
            <a:pPr lvl="1"/>
            <a:r>
              <a:rPr sz="2900" dirty="0"/>
              <a:t>7 hours.</a:t>
            </a:r>
          </a:p>
        </p:txBody>
      </p:sp>
    </p:spTree>
    <p:extLst>
      <p:ext uri="{BB962C8B-B14F-4D97-AF65-F5344CB8AC3E}">
        <p14:creationId xmlns:p14="http://schemas.microsoft.com/office/powerpoint/2010/main" val="2943549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LISA Dataset Preparation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92024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•  47 US sign classes narrowed to the 12 the car needs</a:t>
            </a:r>
          </a:p>
          <a:p>
            <a:pPr>
              <a:spcAft>
                <a:spcPts val="1000"/>
              </a:spcAft>
            </a:pPr>
            <a:r>
              <a:rPr sz="1800"/>
              <a:t>•  6,097 cropped signs: 4,946 train / 567 validation / 584 test</a:t>
            </a:r>
          </a:p>
          <a:p>
            <a:pPr>
              <a:spcAft>
                <a:spcPts val="1000"/>
              </a:spcAft>
            </a:pPr>
            <a:r>
              <a:rPr sz="1800"/>
              <a:t>•  Frames of the same sign kept in one split to prevent leakage</a:t>
            </a:r>
          </a:p>
          <a:p>
            <a:pPr>
              <a:spcAft>
                <a:spcPts val="1000"/>
              </a:spcAft>
            </a:pPr>
            <a:r>
              <a:rPr sz="1800"/>
              <a:t>•  Every class is present in all three splits</a:t>
            </a:r>
          </a:p>
        </p:txBody>
      </p:sp>
      <p:pic>
        <p:nvPicPr>
          <p:cNvPr id="5" name="Picture 4" descr="lisa_clas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937" y="1737360"/>
            <a:ext cx="4690445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GTSRB Test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920240"/>
            <a:ext cx="5577840" cy="2560320"/>
          </a:xfrm>
          <a:prstGeom prst="rect">
            <a:avLst/>
          </a:prstGeom>
          <a:solidFill>
            <a:srgbClr val="F3F3F3"/>
          </a:solidFill>
          <a:ln>
            <a:solidFill>
              <a:srgbClr val="BFBFBF"/>
            </a:solidFill>
          </a:ln>
        </p:spPr>
        <p:txBody>
          <a:bodyPr wrap="square" lIns="182880" rIns="182880" tIns="182880" bIns="182880">
            <a:spAutoFit/>
          </a:bodyPr>
          <a:lstStyle/>
          <a:p>
            <a:r>
              <a:rPr sz="1400" b="1">
                <a:solidFill>
                  <a:srgbClr val="595959"/>
                </a:solidFill>
                <a:latin typeface="Menlo"/>
              </a:rPr>
              <a:t>gtsrb_test_results.json</a:t>
            </a:r>
          </a:p>
          <a:p>
            <a:r>
              <a:rPr sz="1400">
                <a:latin typeface="Menlo"/>
              </a:rPr>
              <a:t>{</a:t>
            </a:r>
          </a:p>
          <a:p>
            <a:r>
              <a:rPr sz="1400">
                <a:latin typeface="Menlo"/>
              </a:rPr>
              <a:t>  "images": 12630,</a:t>
            </a:r>
          </a:p>
          <a:p>
            <a:r>
              <a:rPr sz="1400">
                <a:latin typeface="Menlo"/>
              </a:rPr>
              <a:t>  "top1_accuracy": 0.9578780680918448,</a:t>
            </a:r>
          </a:p>
          <a:p>
            <a:r>
              <a:rPr sz="1400">
                <a:latin typeface="Menlo"/>
              </a:rPr>
              <a:t>  "top3_accuracy": 0.9844813935075217,</a:t>
            </a:r>
          </a:p>
          <a:p>
            <a:r>
              <a:rPr sz="1400">
                <a:latin typeface="Menlo"/>
              </a:rPr>
              <a:t>  "macro_class_accuracy": 0.9383357305447801,</a:t>
            </a:r>
          </a:p>
          <a:p>
            <a:r>
              <a:rPr sz="1400">
                <a:latin typeface="Menlo"/>
              </a:rPr>
              <a:t>  "correct": 12098,</a:t>
            </a:r>
          </a:p>
          <a:p>
            <a:r>
              <a:rPr sz="1400">
                <a:latin typeface="Menlo"/>
              </a:rPr>
              <a:t>  "incorrect": 532,</a:t>
            </a:r>
          </a:p>
          <a:p>
            <a:r>
              <a:rPr sz="1400">
                <a:latin typeface="Menlo"/>
              </a:rPr>
              <a:t>  "per_class": { ... }</a:t>
            </a:r>
          </a:p>
          <a:p>
            <a:r>
              <a:rPr sz="1400">
                <a:latin typeface="Menlo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92024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•  12,630 test images the model never saw during training</a:t>
            </a:r>
          </a:p>
          <a:p>
            <a:pPr>
              <a:spcAft>
                <a:spcPts val="1000"/>
              </a:spcAft>
            </a:pPr>
            <a:r>
              <a:rPr sz="1800"/>
              <a:t>•  95.8% top-1: 12,098 correct, 532 incorrect</a:t>
            </a:r>
          </a:p>
          <a:p>
            <a:pPr>
              <a:spcAft>
                <a:spcPts val="1000"/>
              </a:spcAft>
            </a:pPr>
            <a:r>
              <a:rPr sz="1800"/>
              <a:t>•  98.4% top-3: the right sign is in the model's top 3 guesses</a:t>
            </a:r>
          </a:p>
          <a:p>
            <a:pPr>
              <a:spcAft>
                <a:spcPts val="1000"/>
              </a:spcAft>
            </a:pPr>
            <a:r>
              <a:rPr sz="1800"/>
              <a:t>•  93.8% macro: accuracy averaged across all 43 sign classes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376</Words>
  <Application>Microsoft Macintosh PowerPoint</Application>
  <PresentationFormat>Widescreen</PresentationFormat>
  <Paragraphs>27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Ethan Wells</vt:lpstr>
      <vt:lpstr>CM5 Bring-Up</vt:lpstr>
      <vt:lpstr>Development Environment Setup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Wells, Ethan Rhys</cp:lastModifiedBy>
  <cp:revision>9</cp:revision>
  <dcterms:created xsi:type="dcterms:W3CDTF">2026-09-10T19:13:21Z</dcterms:created>
  <dcterms:modified xsi:type="dcterms:W3CDTF">2026-09-22T21:12:01Z</dcterms:modified>
</cp:coreProperties>
</file>