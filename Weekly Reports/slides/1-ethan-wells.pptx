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4"/>
    <p:sldId id="258" r:id="rId3"/>
    <p:sldId id="259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510" y="1428750"/>
            <a:ext cx="10702290" cy="4857750"/>
          </a:xfrm>
        </p:spPr>
        <p:txBody>
          <a:bodyPr>
            <a:normAutofit fontScale="55000" lnSpcReduction="20000"/>
          </a:bodyPr>
          <a:lstStyle/>
          <a:p>
            <a:pPr/>
            <a:r>
              <a:rPr b="1" dirty="0"/>
              <a:t>Goals for the week</a:t>
            </a:r>
            <a:endParaRPr lang="en-US" dirty="0"/>
          </a:p>
          <a:p>
            <a:pPr lvl="1"/>
            <a:r>
              <a:rPr sz="2900" dirty="0"/>
              <a:t>Connect the combined classifier to the CM5 camera and LCD pipeline.</a:t>
            </a:r>
          </a:p>
          <a:p>
            <a:pPr lvl="1"/>
            <a:r>
              <a:rPr sz="2900" dirty="0"/>
              <a:t>Evaluate automatic sign crops without using the known class.</a:t>
            </a:r>
          </a:p>
          <a:p>
            <a:pPr/>
            <a:r>
              <a:rPr b="1" dirty="0"/>
              <a:t>Progress for the week</a:t>
            </a:r>
            <a:endParaRPr lang="en-US" dirty="0"/>
          </a:p>
          <a:p>
            <a:pPr lvl="1"/>
            <a:r>
              <a:rPr sz="2900" dirty="0"/>
              <a:t>Connected the combined model to the CM5 camera and LCD using Alexis’s sign demo.</a:t>
            </a:r>
          </a:p>
          <a:p>
            <a:pPr lvl="1"/>
            <a:r>
              <a:rPr sz="2900" dirty="0"/>
              <a:t>Tested and fixed the demo live on BuggyBot until it read every sign correctly.</a:t>
            </a:r>
          </a:p>
          <a:p>
            <a:pPr lvl="1"/>
            <a:r>
              <a:rPr sz="2900" dirty="0"/>
              <a:t>Final live test: 60 of 60 signs correct.</a:t>
            </a:r>
          </a:p>
          <a:p>
            <a:pPr lvl="1"/>
            <a:r>
              <a:rPr sz="2900" dirty="0"/>
              <a:t>Documented the problems and fixes in OpenCV_troubleshooting_guide.md.</a:t>
            </a:r>
          </a:p>
          <a:p>
            <a:pPr/>
            <a:r>
              <a:rPr b="1" dirty="0"/>
              <a:t>Goals for next week</a:t>
            </a:r>
            <a:endParaRPr lang="en-US" dirty="0"/>
          </a:p>
          <a:p>
            <a:pPr lvl="1"/>
            <a:r>
              <a:rPr sz="2900" dirty="0"/>
              <a:t>Run a full sensor test on the CM5 I/O board.</a:t>
            </a:r>
          </a:p>
          <a:p>
            <a:pPr lvl="1"/>
            <a:r>
              <a:rPr sz="2900" dirty="0"/>
              <a:t>Give Abigail Duran final approval to send the PCB design for manufacturing.</a:t>
            </a:r>
          </a:p>
          <a:p>
            <a:pPr/>
            <a:r>
              <a:rPr b="1" dirty="0"/>
              <a:t>Hours spent on progress</a:t>
            </a:r>
            <a:endParaRPr lang="en-US" dirty="0"/>
          </a:p>
          <a:p>
            <a:pPr lvl="1"/>
            <a:r>
              <a:rPr sz="2900" dirty="0"/>
              <a:t>10 hours.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Sign Recognition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19202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Final live test on BuggyBot: 60 / 60 LCD outputs correct (100%)</a:t>
            </a:r>
          </a:p>
          <a:p>
            <a:pPr>
              <a:spcAft>
                <a:spcPts val="1000"/>
              </a:spcAft>
            </a:pPr>
            <a:r>
              <a:rPr sz="1800"/>
              <a:t>•  All 10 printed sign classes, shown 3 times each in two runs</a:t>
            </a:r>
          </a:p>
          <a:p>
            <a:pPr>
              <a:spcAft>
                <a:spcPts val="1000"/>
              </a:spcAft>
            </a:pPr>
            <a:r>
              <a:rPr sz="1800"/>
              <a:t>•  Signs shown in a different order each time</a:t>
            </a:r>
          </a:p>
          <a:p>
            <a:pPr>
              <a:spcAft>
                <a:spcPts val="1000"/>
              </a:spcAft>
            </a:pPr>
            <a:r>
              <a:rPr sz="1800"/>
              <a:t>•  Crops at left are real LCD outputs, saved automatically; several are motion-blurred</a:t>
            </a:r>
          </a:p>
        </p:txBody>
      </p:sp>
      <p:pic>
        <p:nvPicPr>
          <p:cNvPr id="5" name="Picture 4" descr="w10_crop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937" y="1737360"/>
            <a:ext cx="41148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Sign Demo Fixes and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20240"/>
            <a:ext cx="10800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•  The model has no "not a sign" class, so it labels anything it sees as its closest sign</a:t>
            </a:r>
          </a:p>
          <a:p>
            <a:pPr>
              <a:spcAft>
                <a:spcPts val="1000"/>
              </a:spcAft>
            </a:pPr>
            <a:r>
              <a:rPr sz="1800"/>
              <a:t>•  Hands, faces, and shirts were read as stop: fixed with a tighter red color range and a check that the red shape is a solid octagon</a:t>
            </a:r>
          </a:p>
          <a:p>
            <a:pPr>
              <a:spcAft>
                <a:spcPts val="1000"/>
              </a:spcAft>
            </a:pPr>
            <a:r>
              <a:rPr sz="1800"/>
              <a:t>•  addedLane was read as merge because OpenCV cropped single arrows: it now crops the whole sign</a:t>
            </a:r>
          </a:p>
          <a:p>
            <a:pPr>
              <a:spcAft>
                <a:spcPts val="1000"/>
              </a:spcAft>
            </a:pPr>
            <a:r>
              <a:rPr sz="1800"/>
              <a:t>•  Blurred or partial crops: the same sign must be read on 3 frames in a row before it reaches the LCD</a:t>
            </a:r>
          </a:p>
          <a:p>
            <a:pPr>
              <a:spcAft>
                <a:spcPts val="1000"/>
              </a:spcAft>
            </a:pPr>
            <a:r>
              <a:rPr sz="1800"/>
              <a:t>•  Every LCD output is saved, so each mistake could be found and re-checked on a laptop</a:t>
            </a:r>
          </a:p>
          <a:p>
            <a:pPr>
              <a:spcAft>
                <a:spcPts val="1000"/>
              </a:spcAft>
            </a:pPr>
            <a:r>
              <a:rPr sz="1800"/>
              <a:t>•  Added a browser video stream (the Pi has no desktop) and LCD backlight colors by sign: red, amber, white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286</Words>
  <Application>Microsoft Office PowerPoint</Application>
  <PresentationFormat>Widescreen</PresentationFormat>
  <Paragraphs>43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  <vt:lpstr>Ethan Bishop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Bishop, Ethan</cp:lastModifiedBy>
  <cp:revision>6</cp:revision>
  <dcterms:created xsi:type="dcterms:W3CDTF">2026-09-10T19:13:21Z</dcterms:created>
  <dcterms:modified xsi:type="dcterms:W3CDTF">2026-09-14T20:13:33Z</dcterms:modified>
</cp:coreProperties>
</file>