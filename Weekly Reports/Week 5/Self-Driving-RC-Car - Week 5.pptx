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180D-72B0-0C13-F230-21B8B8B68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C378E-EE98-1B55-9295-03ABC4ED2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34A12-2077-3E3B-D583-A00728B42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88FBF-057B-A479-DCE6-D7ED5856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DF4C-4E4F-3108-DB8F-5ACB935D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8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1FEE-5B09-2330-864B-B72607D0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C06C-00B4-D7B9-B6C6-CD7712816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24CEA-F28D-B7D5-427E-4CC7DD62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2C963-C98F-0C85-FBF7-13C0E6DD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F67A-B033-2932-80B2-46B71C66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5708-F22F-F62A-CF4E-F30481AE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8863E-39E4-EC1A-6863-75B737CDA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69DE7-2497-E6E8-3696-1E2DF46D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C25CA-486E-0FC9-2FF8-41F8E6D7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90060-0374-6222-A5F8-E52287F3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3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67C1-8848-A8C9-BD04-720AE50A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A6D0A-9543-76B0-4EDF-CF699CAC6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23278-5B1C-F01A-1440-2BB3B9930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6BAE5-DDFC-22B4-A631-018AAEDE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3E731-B3C0-F385-A880-4D3A1002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5E8D2-CD2B-0D84-57C3-5DE99B82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6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5CB7-7D54-6838-F819-23471EF5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71962-60F9-1C85-E392-990E8B225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42645-00FA-8C8D-1F86-DE7FEF8DF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9ACA2-2971-30A3-5C79-0A10ADA81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A05D9-9B11-30B9-720D-241432374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DA98A-7032-8781-9496-59CB5A78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3B4E98-F221-32D5-3DF0-8E8B9271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67C03-E36A-88DE-1B36-11E590CE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5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C65C-0FDF-A6EB-A34A-C07CA3FE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AC3B4-10B3-4D7D-083F-C369B5F6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5C7DC-0E4D-ED75-4301-A4F622E8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CEEF8-641C-A099-F5E2-34FE37B2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5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05337-945A-C035-FA8C-6063786D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891C2-4E0E-CB59-3ACA-891A29BE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13169-DE32-FEBA-4AA2-B660D9264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40ED-DC71-A0CD-3F7F-C0C61AB7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9BA11-C591-7871-A3DF-4AECCF065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9603B-75B3-5707-DBA5-EF296E030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EF9DA-15C7-0612-CB70-C9ED444A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8C89A-1BB7-8571-AF22-95B709D1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FA3A-AADB-3247-8AB1-AF7E2AB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2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0E19-957F-C15B-3117-98E33BB4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3E2E3-9E87-028C-53BB-A6C06D41A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042E9-97CD-6650-E267-BA8226213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342AD-80E3-360E-9C0A-4D29888A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8F27E-3794-2C19-8A24-28D863A9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A9699-2492-5007-F8AA-AEDC3B38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4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F108-774B-2270-38D4-FEB1AA7D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5393D-D63A-5579-E9F6-A7F2F6F1A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97CB4-8585-781D-CA8D-7C4BFF81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6CC0-6992-B8E7-EB13-34FFE859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C3D64-9378-E592-75CF-038E7F60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64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952345-DBD5-1365-F4D0-09BA808C44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5E6CC-A3E9-A10D-7AC5-BF3FE04A2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36B43-1715-D9A2-2B60-4BBBB253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09F1F-EDBD-85FC-8E98-B7DEB8A6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B9C90-2A51-AFA6-3CF2-A8EC2C06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73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9D4BC-FC6E-7B20-4BC5-6311FED9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D281F-9F8E-740C-3B8A-60C59CFCE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D0AEE-BF8C-D1EF-A2A9-3EFCEADF80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3CC73-6335-926B-4C9E-B65D5ECB1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751B3-DB78-34D0-A11A-FC441B1B3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5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6A721F44-0F89-2513-F790-DC10E5539F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Self Driving RC Car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58BE3-2195-6F0C-E9CC-BEDF5180D1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Ethan Wells</a:t>
            </a:r>
          </a:p>
          <a:p>
            <a:r>
              <a:rPr lang="en-US" dirty="0"/>
              <a:t>Abigail Duran</a:t>
            </a:r>
          </a:p>
          <a:p>
            <a:r>
              <a:rPr lang="en-US" dirty="0"/>
              <a:t>Ethan Bishop</a:t>
            </a:r>
          </a:p>
          <a:p>
            <a:r>
              <a:rPr lang="en-US" dirty="0"/>
              <a:t>Alexis Perez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6D259182-6FD3-6E62-0AC1-D7F9A089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Ethan Wells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8531B-14FC-040D-A94D-6293C4D3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510" y="1428750"/>
            <a:ext cx="10702290" cy="4857750"/>
          </a:xfrm>
        </p:spPr>
        <p:txBody>
          <a:bodyPr>
            <a:normAutofit fontScale="55000" lnSpcReduction="20000"/>
          </a:bodyPr>
          <a:lstStyle/>
          <a:p>
            <a:r>
              <a:rPr b="1" dirty="0"/>
              <a:t>Goals for the week</a:t>
            </a:r>
            <a:endParaRPr lang="en-US" dirty="0"/>
          </a:p>
          <a:p>
            <a:pPr lvl="1"/>
            <a:r>
              <a:rPr sz="2900" dirty="0"/>
              <a:t>Prepare the LISA dataset (US traffic signs) for training.</a:t>
            </a:r>
          </a:p>
          <a:p>
            <a:pPr lvl="1"/>
            <a:r>
              <a:rPr sz="2900" dirty="0"/>
              <a:t>Test the trained German-sign (GTSRB) model.</a:t>
            </a:r>
          </a:p>
          <a:p>
            <a:r>
              <a:rPr b="1" dirty="0"/>
              <a:t>Progress for the week</a:t>
            </a:r>
            <a:endParaRPr lang="en-US" dirty="0"/>
          </a:p>
          <a:p>
            <a:pPr lvl="1"/>
            <a:r>
              <a:rPr sz="2900" dirty="0"/>
              <a:t>Neither machine-learning goal was started — getting the CM5 ready for hardware testing took priority so the team has a working board to bench-test sensors on.</a:t>
            </a:r>
          </a:p>
          <a:p>
            <a:pPr lvl="1"/>
            <a:r>
              <a:rPr sz="2900" dirty="0"/>
              <a:t>Assembled the CM5 on the Compute Module 5 IO Board with the ZDE heatsink/PWM fan, CR2032 RTC cell, and 27 W USB-C power supply.</a:t>
            </a:r>
          </a:p>
          <a:p>
            <a:pPr lvl="1"/>
            <a:r>
              <a:rPr sz="2900" dirty="0"/>
              <a:t>Flashed Raspberry Pi OS Lite (64-bit) to the 128 GB KIOXIA NVMe SSD and booted the CM5 from M.2.</a:t>
            </a:r>
          </a:p>
          <a:p>
            <a:pPr lvl="1"/>
            <a:r>
              <a:rPr sz="2900" dirty="0"/>
              <a:t>Brought up headless SSH over the USB Wi-Fi dongle (the CM5 has no onboard wireless).</a:t>
            </a:r>
          </a:p>
          <a:p>
            <a:pPr lvl="1"/>
            <a:r>
              <a:rPr sz="2900" dirty="0"/>
              <a:t>SSH over Wi-Fi was painfully slow; traced it to the dongle’s stock driver and replaced it with a working RTL8188EUS build.</a:t>
            </a:r>
          </a:p>
          <a:p>
            <a:pPr lvl="1"/>
            <a:r>
              <a:rPr sz="2900" dirty="0"/>
              <a:t>Wrote setup.sh, a one-command install of the shared software prerequisites (git, python3, pip, venv) so </a:t>
            </a:r>
            <a:r>
              <a:rPr lang="en-US" sz="2900" dirty="0"/>
              <a:t>anyone can start </a:t>
            </a:r>
            <a:r>
              <a:rPr sz="2900" dirty="0"/>
              <a:t>from the same baseline.</a:t>
            </a:r>
          </a:p>
          <a:p>
            <a:pPr lvl="1"/>
            <a:r>
              <a:rPr sz="2900" dirty="0"/>
              <a:t>Purchased the remaining compute parts: NVMe SSD, USB NVMe enclosure, heatsink + PWM fan, 27 W power supply, CR2032 battery, and TP-Link Wi-Fi dongle.</a:t>
            </a:r>
          </a:p>
          <a:p>
            <a:r>
              <a:rPr b="1" dirty="0"/>
              <a:t>Goals for next week</a:t>
            </a:r>
            <a:endParaRPr lang="en-US" dirty="0"/>
          </a:p>
          <a:p>
            <a:pPr lvl="1"/>
            <a:r>
              <a:rPr sz="2900" dirty="0"/>
              <a:t>Prepare the LISA dataset (US traffic signs) for training.</a:t>
            </a:r>
          </a:p>
          <a:p>
            <a:pPr lvl="1"/>
            <a:r>
              <a:rPr sz="2900" dirty="0"/>
              <a:t>Test the trained German-sign (GTSRB) model.</a:t>
            </a:r>
          </a:p>
          <a:p>
            <a:r>
              <a:rPr b="1" dirty="0"/>
              <a:t>Hours spent on progress</a:t>
            </a:r>
            <a:endParaRPr lang="en-US" dirty="0"/>
          </a:p>
          <a:p>
            <a:pPr lvl="1"/>
            <a:r>
              <a:rPr sz="2900" dirty="0"/>
              <a:t>7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CM5 Bring-Up</a:t>
            </a:r>
          </a:p>
        </p:txBody>
      </p:sp>
      <p:pic>
        <p:nvPicPr>
          <p:cNvPr id="3" name="Picture 2" descr="cm5_io_board_week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27704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0" y="192024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•  CM5 seated on the Compute Module 5 IO Board</a:t>
            </a:r>
          </a:p>
          <a:p>
            <a:pPr>
              <a:spcAft>
                <a:spcPts val="1000"/>
              </a:spcAft>
            </a:pPr>
            <a:r>
              <a:rPr sz="1800"/>
              <a:t>•  Heatsink + PWM fan, CR2032 RTC cell, 128 GB NVMe SSD in the M.2 slot</a:t>
            </a:r>
          </a:p>
          <a:p>
            <a:pPr>
              <a:spcAft>
                <a:spcPts val="1000"/>
              </a:spcAft>
            </a:pPr>
            <a:r>
              <a:rPr sz="1800"/>
              <a:t>•  Powered by the 27 W USB-C supply; boots Raspberry Pi OS Lite (64-bit) from NVMe</a:t>
            </a:r>
          </a:p>
          <a:p>
            <a:pPr>
              <a:spcAft>
                <a:spcPts val="1000"/>
              </a:spcAft>
            </a:pPr>
            <a:r>
              <a:rPr sz="1800"/>
              <a:t>•  Accessed headless over SSH through the USB Wi-Fi dongle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Environment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920240"/>
            <a:ext cx="5303520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dirty="0"/>
              <a:t>•  Wrote </a:t>
            </a:r>
            <a:r>
              <a:rPr sz="1800" dirty="0" err="1"/>
              <a:t>setup.sh</a:t>
            </a:r>
            <a:r>
              <a:rPr sz="1800" dirty="0"/>
              <a:t> so </a:t>
            </a:r>
            <a:r>
              <a:rPr lang="en-US" sz="1800" dirty="0"/>
              <a:t>anyone </a:t>
            </a:r>
            <a:r>
              <a:rPr sz="1800" dirty="0"/>
              <a:t>can bring a board to the same baseline with one command</a:t>
            </a:r>
          </a:p>
          <a:p>
            <a:pPr>
              <a:spcAft>
                <a:spcPts val="1000"/>
              </a:spcAft>
            </a:pPr>
            <a:r>
              <a:rPr sz="1800" dirty="0"/>
              <a:t>•  Installs the shared prerequisites: git, python3, pip, and </a:t>
            </a:r>
            <a:r>
              <a:rPr sz="1800" dirty="0" err="1"/>
              <a:t>venv</a:t>
            </a:r>
            <a:r>
              <a:rPr lang="en-US" sz="1800" dirty="0"/>
              <a:t> </a:t>
            </a:r>
          </a:p>
          <a:p>
            <a:pPr>
              <a:spcAft>
                <a:spcPts val="1000"/>
              </a:spcAft>
            </a:pPr>
            <a:r>
              <a:rPr sz="1800" dirty="0"/>
              <a:t>•  Prints the git and python3 versions at the end to confirm the install worked</a:t>
            </a:r>
          </a:p>
          <a:p>
            <a:pPr>
              <a:spcAft>
                <a:spcPts val="1000"/>
              </a:spcAft>
            </a:pPr>
            <a:r>
              <a:rPr sz="1800" dirty="0"/>
              <a:t>•  Hardware-specific and runtime libraries (camera, GPIO, TensorFlow Lite) get added as the project needs them</a:t>
            </a:r>
          </a:p>
        </p:txBody>
      </p:sp>
      <p:pic>
        <p:nvPicPr>
          <p:cNvPr id="5" name="Picture 4" descr="setup_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5486400" cy="32669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30AEBF44-7FD5-A705-80AC-D5F6B809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Alexis Perez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BF837-7A7D-A6A3-574B-020760331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Goals for the week</a:t>
            </a:r>
          </a:p>
          <a:p>
            <a:pPr lvl="1"/>
            <a:r>
              <a:rPr lang="en-US" dirty="0"/>
              <a:t>Implement ultrasonic sensor onto Raspberry Pi </a:t>
            </a:r>
          </a:p>
          <a:p>
            <a:pPr lvl="1"/>
            <a:r>
              <a:rPr lang="en-US" dirty="0"/>
              <a:t>Test motors and motor controller </a:t>
            </a:r>
          </a:p>
          <a:p>
            <a:pPr lvl="1"/>
            <a:r>
              <a:rPr lang="en-US" dirty="0"/>
              <a:t>Research battery/power supply options</a:t>
            </a:r>
          </a:p>
          <a:p>
            <a:r>
              <a:rPr lang="en-US" b="1" dirty="0"/>
              <a:t>Progress for the week</a:t>
            </a:r>
          </a:p>
          <a:p>
            <a:pPr lvl="1"/>
            <a:r>
              <a:rPr lang="en-US" dirty="0"/>
              <a:t>Finalized ultrasonic sensor implementation on Raspberry Pi </a:t>
            </a:r>
          </a:p>
          <a:p>
            <a:pPr lvl="1"/>
            <a:r>
              <a:rPr lang="en-US" dirty="0"/>
              <a:t>Tested motors and motor controller for performance </a:t>
            </a:r>
          </a:p>
          <a:p>
            <a:pPr lvl="1"/>
            <a:r>
              <a:rPr lang="en-US" dirty="0"/>
              <a:t>Determined hardware power requirements for future battery/power supply selection</a:t>
            </a:r>
          </a:p>
          <a:p>
            <a:r>
              <a:rPr lang="en-US" b="1" dirty="0"/>
              <a:t>Goals for next week</a:t>
            </a:r>
          </a:p>
          <a:p>
            <a:pPr lvl="1"/>
            <a:r>
              <a:rPr lang="en-US" dirty="0"/>
              <a:t>Select replacement motors/controller if needed </a:t>
            </a:r>
          </a:p>
          <a:p>
            <a:pPr lvl="1"/>
            <a:r>
              <a:rPr lang="en-US" dirty="0"/>
              <a:t>Narrow down battery/power supply options </a:t>
            </a:r>
          </a:p>
          <a:p>
            <a:r>
              <a:rPr lang="en-US" b="1" dirty="0"/>
              <a:t>Hours spent on progress</a:t>
            </a:r>
          </a:p>
          <a:p>
            <a:pPr lvl="1"/>
            <a:r>
              <a:rPr lang="en-US" dirty="0"/>
              <a:t>7 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EBC18B6-E5C3-4AD1-97A4-E6A3477A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85021-91A2-D085-D313-8849798D6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453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Ultrasonic Sensor Testing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6A4AB6-B72B-4CC6-ADCF-BE807B6C3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E9B4CCDE-9DCA-D8A6-15AB-9601CC5C06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770"/>
          <a:stretch>
            <a:fillRect/>
          </a:stretch>
        </p:blipFill>
        <p:spPr>
          <a:xfrm>
            <a:off x="7684008" y="2262050"/>
            <a:ext cx="4507992" cy="224028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35D540D-9486-4236-952A-F72DC52D7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2DB5B6C-3CFB-A33B-9C34-E24E7E974F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3355848"/>
            <a:ext cx="6272784" cy="282549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dirty="0"/>
              <a:t>Additional testing for distance readings and range</a:t>
            </a:r>
          </a:p>
          <a:p>
            <a:r>
              <a:rPr lang="en-US" sz="2400" dirty="0"/>
              <a:t>Finalizing ultrasonic sensor implementation on Raspberry Pi</a:t>
            </a:r>
            <a:endParaRPr lang="en-US" sz="22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0DE7792-39F0-1674-6813-4DB0293F4A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1256" b="17609"/>
          <a:stretch>
            <a:fillRect/>
          </a:stretch>
        </p:blipFill>
        <p:spPr>
          <a:xfrm>
            <a:off x="7684008" y="4595950"/>
            <a:ext cx="4507992" cy="2240280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077C99A-E8F4-B5C1-66D0-3A98493457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395" b="1523"/>
          <a:stretch>
            <a:fillRect/>
          </a:stretch>
        </p:blipFill>
        <p:spPr>
          <a:xfrm>
            <a:off x="7684008" y="21770"/>
            <a:ext cx="4507992" cy="21466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B1CFA3FD-36CD-4450-2E36-5487B2DF4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n-US" sz="4000" dirty="0"/>
              <a:t>Motors and Motor Controller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4C719A-655E-C6BB-7233-3A21AB105F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09" r="6281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A1C60F-8669-8937-5F65-ACBA0471C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>
            <a:normAutofit/>
          </a:bodyPr>
          <a:lstStyle/>
          <a:p>
            <a:r>
              <a:rPr lang="en-US" sz="2200" dirty="0"/>
              <a:t>Ordered motors and motor controller</a:t>
            </a:r>
          </a:p>
          <a:p>
            <a:pPr lvl="1"/>
            <a:r>
              <a:rPr lang="en-US" sz="2200" dirty="0"/>
              <a:t>L298N Motor Controller</a:t>
            </a:r>
          </a:p>
          <a:p>
            <a:pPr lvl="1"/>
            <a:r>
              <a:rPr lang="en-US" sz="2200" dirty="0"/>
              <a:t>2x TT-Style DC motors</a:t>
            </a:r>
          </a:p>
          <a:p>
            <a:r>
              <a:rPr lang="en-US" sz="2200" dirty="0"/>
              <a:t>Tested motors/controller for performance</a:t>
            </a:r>
          </a:p>
          <a:p>
            <a:pPr lvl="0"/>
            <a:r>
              <a:rPr lang="en-US" sz="2200" dirty="0"/>
              <a:t>Identified issues with current components </a:t>
            </a:r>
          </a:p>
          <a:p>
            <a:pPr lvl="0"/>
            <a:r>
              <a:rPr lang="en-US" sz="2200" dirty="0"/>
              <a:t>Considering replacement motor/controller options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CA76FC7E-8FDD-2F27-67FA-E2218F392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Ethan Bishop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F5DE5-5483-2694-9071-A7F6146E0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298"/>
            <a:ext cx="10515600" cy="4299294"/>
          </a:xfrm>
        </p:spPr>
        <p:txBody>
          <a:bodyPr>
            <a:normAutofit fontScale="92500" lnSpcReduction="20000"/>
          </a:bodyPr>
          <a:lstStyle/>
          <a:p>
            <a:r>
              <a:rPr b="1" dirty="0"/>
              <a:t>Goals for the week</a:t>
            </a:r>
            <a:endParaRPr lang="en-US" dirty="0"/>
          </a:p>
          <a:p>
            <a:pPr lvl="1"/>
            <a:r>
              <a:rPr lang="en-US" dirty="0"/>
              <a:t>Test Pi HAT motor controllers</a:t>
            </a:r>
          </a:p>
          <a:p>
            <a:pPr lvl="1"/>
            <a:r>
              <a:rPr lang="en-US" dirty="0"/>
              <a:t>Write code to integrate IMU on to Raspberry Pi</a:t>
            </a:r>
          </a:p>
          <a:p>
            <a:r>
              <a:rPr b="1" dirty="0"/>
              <a:t>Progress for the week</a:t>
            </a:r>
          </a:p>
          <a:p>
            <a:pPr lvl="1"/>
            <a:r>
              <a:rPr lang="en-US" dirty="0"/>
              <a:t>Wrote code for HAT motor controllers to test for operational accuracy</a:t>
            </a:r>
          </a:p>
          <a:p>
            <a:pPr lvl="1"/>
            <a:r>
              <a:rPr lang="en-US" dirty="0"/>
              <a:t>Continue implementing IMU on Raspberry Pi</a:t>
            </a:r>
          </a:p>
          <a:p>
            <a:r>
              <a:rPr b="1" dirty="0"/>
              <a:t>Goals for next week</a:t>
            </a:r>
          </a:p>
          <a:p>
            <a:pPr lvl="1"/>
            <a:r>
              <a:rPr lang="en-US" dirty="0"/>
              <a:t>Finish testing HAT motor controllers</a:t>
            </a:r>
          </a:p>
          <a:p>
            <a:pPr lvl="1"/>
            <a:r>
              <a:rPr lang="en-US" dirty="0"/>
              <a:t>Finish IMU implementation on Raspberry Pi</a:t>
            </a:r>
          </a:p>
          <a:p>
            <a:pPr lvl="1"/>
            <a:r>
              <a:rPr lang="en-US" dirty="0"/>
              <a:t>Research 3D printing </a:t>
            </a:r>
            <a:r>
              <a:rPr lang="en-US" dirty="0" err="1"/>
              <a:t>stl</a:t>
            </a:r>
            <a:r>
              <a:rPr lang="en-US" dirty="0"/>
              <a:t> files for the chassis</a:t>
            </a:r>
          </a:p>
          <a:p>
            <a:r>
              <a:rPr lang="en-US" b="1" dirty="0"/>
              <a:t>Hours spent on progress</a:t>
            </a:r>
          </a:p>
          <a:p>
            <a:pPr lvl="1"/>
            <a:r>
              <a:rPr lang="en-US" dirty="0"/>
              <a:t>6</a:t>
            </a:r>
            <a:r>
              <a:rPr dirty="0"/>
              <a:t> hours.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53FEEEB8-08CD-6129-4FE3-46D75E68E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IMU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0CA42-869D-B9EF-62B2-9195359C5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9011"/>
            <a:ext cx="4359442" cy="4267952"/>
          </a:xfrm>
        </p:spPr>
        <p:txBody>
          <a:bodyPr/>
          <a:lstStyle/>
          <a:p>
            <a:r>
              <a:rPr lang="en-US" dirty="0"/>
              <a:t>Verification of the measurements and directions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65BBB-7C6B-15DF-8F54-B015E4225F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75" r="57368"/>
          <a:stretch>
            <a:fillRect/>
          </a:stretch>
        </p:blipFill>
        <p:spPr>
          <a:xfrm>
            <a:off x="6292516" y="685505"/>
            <a:ext cx="4359442" cy="5807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298E4A-E172-1F6F-B604-DD9A9E2072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62" t="10881" r="16871" b="22056"/>
          <a:stretch>
            <a:fillRect/>
          </a:stretch>
        </p:blipFill>
        <p:spPr>
          <a:xfrm>
            <a:off x="1540042" y="3287740"/>
            <a:ext cx="3651504" cy="28892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C008595A-A3F6-ADDB-57AA-2749239B7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Motor Controller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636D0-E227-1A91-601D-A3B381061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5053"/>
            <a:ext cx="5803232" cy="4251910"/>
          </a:xfrm>
        </p:spPr>
        <p:txBody>
          <a:bodyPr/>
          <a:lstStyle/>
          <a:p>
            <a:r>
              <a:rPr lang="en-US" dirty="0"/>
              <a:t>Ordered Pi HAT motor controllers</a:t>
            </a:r>
          </a:p>
          <a:p>
            <a:pPr lvl="1"/>
            <a:r>
              <a:rPr lang="en-US" dirty="0"/>
              <a:t>2WD HAT motor controller</a:t>
            </a:r>
          </a:p>
          <a:p>
            <a:pPr lvl="1"/>
            <a:r>
              <a:rPr lang="en-US" dirty="0"/>
              <a:t>4WD HAT motor controller</a:t>
            </a:r>
          </a:p>
          <a:p>
            <a:r>
              <a:rPr lang="en-US" dirty="0"/>
              <a:t>Made the motor controller code to test for operational accuracy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74271F-2A08-5A7A-C164-9C55E1985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0" y="736308"/>
            <a:ext cx="4438650" cy="2143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68BB2F-4530-0B18-BCB1-0A1ACC9F5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150" y="2960980"/>
            <a:ext cx="4094187" cy="35318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6D259182-6FD3-6E62-0AC1-D7F9A089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Abigail Duran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8531B-14FC-040D-A94D-6293C4D3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298"/>
            <a:ext cx="10515600" cy="4351338"/>
          </a:xfrm>
        </p:spPr>
        <p:txBody>
          <a:bodyPr>
            <a:normAutofit fontScale="62500" lnSpcReduction="20000"/>
          </a:bodyPr>
          <a:lstStyle/>
          <a:p>
            <a:r>
              <a:rPr b="1" dirty="0"/>
              <a:t>Goals for the week</a:t>
            </a:r>
            <a:endParaRPr lang="en-US" b="1" dirty="0"/>
          </a:p>
          <a:p>
            <a:pPr lvl="1"/>
            <a:r>
              <a:rPr lang="en-US" dirty="0"/>
              <a:t>Successfully connect and communicate with the LCD and camera using the Raspberry Pi Compute Module 5.</a:t>
            </a:r>
          </a:p>
          <a:p>
            <a:pPr lvl="1"/>
            <a:r>
              <a:rPr lang="en-US" dirty="0"/>
              <a:t>Integrate the LCD and camera with the machine learning model to display detected signs and corresponding commands.</a:t>
            </a:r>
          </a:p>
          <a:p>
            <a:r>
              <a:rPr b="1" dirty="0"/>
              <a:t>Progress for the week</a:t>
            </a:r>
          </a:p>
          <a:p>
            <a:pPr lvl="1"/>
            <a:r>
              <a:rPr lang="en-US" dirty="0"/>
              <a:t>Prepared the necessary libraries and software for the LCD1602 RGB module.</a:t>
            </a:r>
          </a:p>
          <a:p>
            <a:pPr lvl="1"/>
            <a:r>
              <a:rPr lang="en-US" dirty="0"/>
              <a:t>Researched camera setup and configuration for the Raspberry Pi Compute Module 5.​​</a:t>
            </a:r>
          </a:p>
          <a:p>
            <a:pPr lvl="1"/>
            <a:r>
              <a:rPr lang="en-US" dirty="0"/>
              <a:t>Identified the steps needed to integrate the camera and LCD with the machine learning model.​​</a:t>
            </a:r>
          </a:p>
          <a:p>
            <a:pPr lvl="1"/>
            <a:endParaRPr b="1" dirty="0"/>
          </a:p>
          <a:p>
            <a:r>
              <a:rPr b="1" dirty="0"/>
              <a:t>Goals for next week</a:t>
            </a:r>
          </a:p>
          <a:p>
            <a:pPr lvl="1"/>
            <a:r>
              <a:rPr lang="en-US" dirty="0"/>
              <a:t>Continue hardware testing and verify communication between the Raspberry Pi and all connected components.​​</a:t>
            </a:r>
          </a:p>
          <a:p>
            <a:pPr lvl="1"/>
            <a:r>
              <a:rPr lang="en-US" dirty="0"/>
              <a:t>Determine which components and connections will be included on the final PCB.​</a:t>
            </a:r>
          </a:p>
          <a:p>
            <a:pPr lvl="1"/>
            <a:r>
              <a:rPr lang="en-US" dirty="0"/>
              <a:t>Begin planning the PCB layout, including component placement and board dimensions.​</a:t>
            </a:r>
          </a:p>
          <a:p>
            <a:pPr lvl="1"/>
            <a:r>
              <a:rPr lang="en-US" dirty="0"/>
              <a:t>Begin planning power distribution and signal routing.​</a:t>
            </a:r>
          </a:p>
          <a:p>
            <a:pPr lvl="1"/>
            <a:endParaRPr b="1" dirty="0"/>
          </a:p>
          <a:p>
            <a:r>
              <a:rPr b="1" dirty="0"/>
              <a:t>Hours spent on progress</a:t>
            </a:r>
          </a:p>
          <a:p>
            <a:pPr lvl="1"/>
            <a:r>
              <a:rPr lang="en-US" dirty="0"/>
              <a:t>6 hours​</a:t>
            </a:r>
          </a:p>
          <a:p>
            <a:pPr lvl="1"/>
            <a:endParaRPr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116D9E-ADBF-60A7-7851-62D368AC26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04" r="19206" b="2"/>
          <a:stretch>
            <a:fillRect/>
          </a:stretch>
        </p:blipFill>
        <p:spPr>
          <a:xfrm rot="5400000">
            <a:off x="284264" y="594656"/>
            <a:ext cx="5743618" cy="5668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6753A2-C47E-DBF7-A118-B7625714F0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2" r="22038" b="-2"/>
          <a:stretch>
            <a:fillRect/>
          </a:stretch>
        </p:blipFill>
        <p:spPr>
          <a:xfrm rot="5400000">
            <a:off x="6161012" y="591551"/>
            <a:ext cx="5743618" cy="56748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286</Words>
  <Application>Microsoft Office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Self Driving RC Car</vt:lpstr>
      <vt:lpstr>Ethan Wells</vt:lpstr>
      <vt:lpstr>Alexis Perez</vt:lpstr>
      <vt:lpstr>Ethan Bishop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Wells, Ethan Rhys</dc:creator>
  <cp:lastModifiedBy>Bishop, Ethan</cp:lastModifiedBy>
  <cp:revision>6</cp:revision>
  <dcterms:created xsi:type="dcterms:W3CDTF">2026-09-10T19:13:21Z</dcterms:created>
  <dcterms:modified xsi:type="dcterms:W3CDTF">2026-09-14T20:13:33Z</dcterms:modified>
</cp:coreProperties>
</file>