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8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9180D-72B0-0C13-F230-21B8B8B683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C378E-EE98-1B55-9295-03ABC4ED2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4A12-2077-3E3B-D583-A00728B42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88FBF-057B-A479-DCE6-D7ED5856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DF4C-4E4F-3108-DB8F-5ACB935DF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28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31FEE-5B09-2330-864B-B72607D00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C06C-00B4-D7B9-B6C6-CD7712816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24CEA-F28D-B7D5-427E-4CC7DD62D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2C963-C98F-0C85-FBF7-13C0E6DD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2F67A-B033-2932-80B2-46B71C666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45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A5708-F22F-F62A-CF4E-F30481AE4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D8863E-39E4-EC1A-6863-75B737CDA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69DE7-2497-E6E8-3696-1E2DF46D8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C25CA-486E-0FC9-2FF8-41F8E6D7E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90060-0374-6222-A5F8-E52287F3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039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67C1-8848-A8C9-BD04-720AE50AF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A6D0A-9543-76B0-4EDF-CF699CAC6E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23278-5B1C-F01A-1440-2BB3B993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76BAE5-DDFC-22B4-A631-018AAEDE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3E731-B3C0-F385-A880-4D3A1002F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D5E8D2-CD2B-0D84-57C3-5DE99B82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66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A5CB7-7D54-6838-F819-23471EF5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71962-60F9-1C85-E392-990E8B225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A42645-00FA-8C8D-1F86-DE7FEF8DF2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9ACA2-2971-30A3-5C79-0A10ADA81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5A05D9-9B11-30B9-720D-2414323749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DDA98A-7032-8781-9496-59CB5A78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3B4E98-F221-32D5-3DF0-8E8B9271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D67C03-E36A-88DE-1B36-11E590CE5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51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EC65C-0FDF-A6EB-A34A-C07CA3FEF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AC3B4-10B3-4D7D-083F-C369B5F6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5C7DC-0E4D-ED75-4301-A4F622E82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7CEEF8-641C-A099-F5E2-34FE37B2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05337-945A-C035-FA8C-6063786DE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891C2-4E0E-CB59-3ACA-891A29B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13169-DE32-FEBA-4AA2-B660D9264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906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40ED-DC71-A0CD-3F7F-C0C61AB7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BA11-C591-7871-A3DF-4AECCF065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49603B-75B3-5707-DBA5-EF296E030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7EF9DA-15C7-0612-CB70-C9ED444A8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48C89A-1BB7-8571-AF22-95B709D1F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FA3A-AADB-3247-8AB1-AF7E2AB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0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40E19-957F-C15B-3117-98E33BB44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13E2E3-9E87-028C-53BB-A6C06D41A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042E9-97CD-6650-E267-BA8226213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342AD-80E3-360E-9C0A-4D29888A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8F27E-3794-2C19-8A24-28D863A99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A9699-2492-5007-F8AA-AEDC3B38E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04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EF108-774B-2270-38D4-FEB1AA7D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5393D-D63A-5579-E9F6-A7F2F6F1AF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97CB4-8585-781D-CA8D-7C4BFF812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6CC0-6992-B8E7-EB13-34FFE859B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C3D64-9378-E592-75CF-038E7F603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864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952345-DBD5-1365-F4D0-09BA808C44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75E6CC-A3E9-A10D-7AC5-BF3FE04A27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036B43-1715-D9A2-2B60-4BBBB25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09F1F-EDBD-85FC-8E98-B7DEB8A6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B9C90-2A51-AFA6-3CF2-A8EC2C06B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739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C9D4BC-FC6E-7B20-4BC5-6311FED93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D281F-9F8E-740C-3B8A-60C59CFCE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D0AEE-BF8C-D1EF-A2A9-3EFCEADF80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3CC73-6335-926B-4C9E-B65D5ECB11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51B3-DB78-34D0-A11A-FC441B1B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6A721F44-0F89-2513-F790-DC10E5539F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Self Driving RC Car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C58BE3-2195-6F0C-E9CC-BEDF5180D12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Ethan Wells</a:t>
            </a:r>
          </a:p>
          <a:p>
            <a:r>
              <a:rPr lang="en-US" dirty="0"/>
              <a:t>Abigail Duran</a:t>
            </a:r>
          </a:p>
          <a:p>
            <a:r>
              <a:rPr lang="en-US" dirty="0"/>
              <a:t>Ethan Bishop</a:t>
            </a:r>
          </a:p>
          <a:p>
            <a:r>
              <a:rPr lang="en-US" dirty="0"/>
              <a:t>Alexis Perez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6D259182-6FD3-6E62-0AC1-D7F9A089F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Ethan Wells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8531B-14FC-040D-A94D-6293C4D3F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510" y="1428750"/>
            <a:ext cx="10702290" cy="4857750"/>
          </a:xfrm>
        </p:spPr>
        <p:txBody>
          <a:bodyPr>
            <a:normAutofit fontScale="55000" lnSpcReduction="20000"/>
          </a:bodyPr>
          <a:lstStyle/>
          <a:p>
            <a:pPr/>
            <a:r>
              <a:rPr b="1" dirty="0"/>
              <a:t>Goals for the week</a:t>
            </a:r>
            <a:endParaRPr lang="en-US" dirty="0"/>
          </a:p>
          <a:p>
            <a:pPr lvl="1"/>
            <a:r>
              <a:rPr sz="2900" dirty="0"/>
              <a:t>Connect the combined classifier to the CM5 camera and LCD pipeline.</a:t>
            </a:r>
          </a:p>
          <a:p>
            <a:pPr lvl="1"/>
            <a:r>
              <a:rPr sz="2900" dirty="0"/>
              <a:t>Evaluate automatic sign crops without using the known class.</a:t>
            </a:r>
          </a:p>
          <a:p>
            <a:pPr/>
            <a:r>
              <a:rPr b="1" dirty="0"/>
              <a:t>Progress for the week</a:t>
            </a:r>
            <a:endParaRPr lang="en-US" dirty="0"/>
          </a:p>
          <a:p>
            <a:pPr lvl="1"/>
            <a:r>
              <a:rPr sz="2900" dirty="0"/>
              <a:t>Connected the combined model to the CM5 camera and LCD using Alexis’s sign demo.</a:t>
            </a:r>
          </a:p>
          <a:p>
            <a:pPr lvl="1"/>
            <a:r>
              <a:rPr sz="2900" dirty="0"/>
              <a:t>Tested and fixed the demo live on BuggyBot until it read every sign correctly.</a:t>
            </a:r>
          </a:p>
          <a:p>
            <a:pPr lvl="1"/>
            <a:r>
              <a:rPr sz="2900" dirty="0"/>
              <a:t>Final live test: 60 of 60 signs correct.</a:t>
            </a:r>
          </a:p>
          <a:p>
            <a:pPr lvl="1"/>
            <a:r>
              <a:rPr sz="2900" dirty="0"/>
              <a:t>Documented the problems and fixes in OpenCV_troubleshooting_guide.md.</a:t>
            </a:r>
          </a:p>
          <a:p>
            <a:pPr/>
            <a:r>
              <a:rPr b="1" dirty="0"/>
              <a:t>Goals for next week</a:t>
            </a:r>
            <a:endParaRPr lang="en-US" dirty="0"/>
          </a:p>
          <a:p>
            <a:pPr lvl="1"/>
            <a:r>
              <a:rPr sz="2900" dirty="0"/>
              <a:t>Run a full sensor test on the CM5 I/O board.</a:t>
            </a:r>
          </a:p>
          <a:p>
            <a:pPr lvl="1"/>
            <a:r>
              <a:rPr sz="2900" dirty="0"/>
              <a:t>Give Abigail Duran final approval to send the PCB design for manufacturing.</a:t>
            </a:r>
          </a:p>
          <a:p>
            <a:pPr/>
            <a:r>
              <a:rPr b="1" dirty="0"/>
              <a:t>Hours spent on progress</a:t>
            </a:r>
            <a:endParaRPr lang="en-US" dirty="0"/>
          </a:p>
          <a:p>
            <a:pPr lvl="1"/>
            <a:r>
              <a:rPr sz="2900" dirty="0"/>
              <a:t>10 hours.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Sign Recognition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92024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•  Final live test on BuggyBot: 60 / 60 LCD outputs correct (100%)</a:t>
            </a:r>
          </a:p>
          <a:p>
            <a:pPr>
              <a:spcAft>
                <a:spcPts val="1000"/>
              </a:spcAft>
            </a:pPr>
            <a:r>
              <a:rPr sz="1800"/>
              <a:t>•  All 10 printed sign classes, shown 3 times each in two runs</a:t>
            </a:r>
          </a:p>
          <a:p>
            <a:pPr>
              <a:spcAft>
                <a:spcPts val="1000"/>
              </a:spcAft>
            </a:pPr>
            <a:r>
              <a:rPr sz="1800"/>
              <a:t>•  Signs shown in a different order each time</a:t>
            </a:r>
          </a:p>
          <a:p>
            <a:pPr>
              <a:spcAft>
                <a:spcPts val="1000"/>
              </a:spcAft>
            </a:pPr>
            <a:r>
              <a:rPr sz="1800"/>
              <a:t>•  Crops at left are real LCD outputs, saved automatically; several are motion-blurred</a:t>
            </a:r>
          </a:p>
        </p:txBody>
      </p:sp>
      <p:pic>
        <p:nvPicPr>
          <p:cNvPr id="5" name="Picture 4" descr="w10_crops_gr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937" y="1737360"/>
            <a:ext cx="41148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Sign Demo Fixes and Improvements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10800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•  The model has no "not a sign" class, so it labels anything it sees as its closest sign</a:t>
            </a:r>
          </a:p>
          <a:p>
            <a:pPr>
              <a:spcAft>
                <a:spcPts val="1000"/>
              </a:spcAft>
            </a:pPr>
            <a:r>
              <a:rPr sz="1800"/>
              <a:t>•  Hands, faces, and shirts were read as stop: fixed with a tighter red color range and a check that the red shape is a solid octagon</a:t>
            </a:r>
          </a:p>
          <a:p>
            <a:pPr>
              <a:spcAft>
                <a:spcPts val="1000"/>
              </a:spcAft>
            </a:pPr>
            <a:r>
              <a:rPr sz="1800"/>
              <a:t>•  addedLane was read as merge because OpenCV cropped single arrows: it now crops the whole sign</a:t>
            </a:r>
          </a:p>
          <a:p>
            <a:pPr>
              <a:spcAft>
                <a:spcPts val="1000"/>
              </a:spcAft>
            </a:pPr>
            <a:r>
              <a:rPr sz="1800"/>
              <a:t>•  Blurred or partial crops: the same sign must be read on 3 frames in a row before it reaches the LCD</a:t>
            </a:r>
          </a:p>
          <a:p>
            <a:pPr>
              <a:spcAft>
                <a:spcPts val="1000"/>
              </a:spcAft>
            </a:pPr>
            <a:r>
              <a:rPr sz="1800"/>
              <a:t>•  Every LCD output is saved, so each mistake could be found and re-checked on a laptop</a:t>
            </a:r>
          </a:p>
          <a:p>
            <a:pPr>
              <a:spcAft>
                <a:spcPts val="1000"/>
              </a:spcAft>
            </a:pPr>
            <a:r>
              <a:rPr sz="1800"/>
              <a:t>•  Added a browser video stream (the Pi has no desktop) and LCD backlight colors by sign: red, amber, white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Alexis Perez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Goals for the week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OpenCV testing and implementation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Progress for the week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OpenCV testing through Laptop Webcam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Implement OpenCV to RaspberryPi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Goals for next week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Fine tune OpenCV for RaspberryPi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Test all components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Hours spent on progress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7 hours.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838080" y="364680"/>
            <a:ext cx="1051452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pic>
        <p:nvPicPr>
          <p:cNvPr id="64" name=""/>
          <p:cNvPicPr/>
          <p:nvPr/>
        </p:nvPicPr>
        <p:blipFill>
          <a:blip r:embed="rId2"/>
          <a:stretch/>
        </p:blipFill>
        <p:spPr>
          <a:xfrm>
            <a:off x="-360" y="20880"/>
            <a:ext cx="8617320" cy="3657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5" name=""/>
          <p:cNvPicPr/>
          <p:nvPr/>
        </p:nvPicPr>
        <p:blipFill>
          <a:blip r:embed="rId3"/>
          <a:stretch/>
        </p:blipFill>
        <p:spPr>
          <a:xfrm>
            <a:off x="2984400" y="2933280"/>
            <a:ext cx="9207360" cy="39243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CA76FC7E-8FDD-2F27-67FA-E2218F392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Ethan Bishop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6F5DE5-5483-2694-9071-A7F6146E03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298"/>
            <a:ext cx="10515600" cy="4299294"/>
          </a:xfrm>
        </p:spPr>
        <p:txBody>
          <a:bodyPr>
            <a:normAutofit/>
          </a:bodyPr>
          <a:lstStyle/>
          <a:p>
            <a:r>
              <a:rPr b="1" dirty="0"/>
              <a:t>Goals for the week</a:t>
            </a:r>
            <a:endParaRPr lang="en-US" dirty="0"/>
          </a:p>
          <a:p>
            <a:pPr lvl="1"/>
            <a:r>
              <a:rPr lang="en-US" dirty="0"/>
              <a:t>Create a test program for the ROS 2 implementation</a:t>
            </a:r>
          </a:p>
          <a:p>
            <a:r>
              <a:rPr b="1" dirty="0"/>
              <a:t>Progress for the week</a:t>
            </a:r>
          </a:p>
          <a:p>
            <a:pPr lvl="1"/>
            <a:r>
              <a:rPr lang="en-US" dirty="0"/>
              <a:t>Built a master test script for every sensor and the motor driver</a:t>
            </a:r>
          </a:p>
          <a:p>
            <a:pPr lvl="1"/>
            <a:r>
              <a:rPr lang="en-US" dirty="0"/>
              <a:t>Ran the ROS 2 turtlesim tutorial under WSL</a:t>
            </a:r>
          </a:p>
          <a:p>
            <a:pPr lvl="1"/>
            <a:r>
              <a:rPr lang="en-US" dirty="0"/>
              <a:t>Started the ROS 2 test program</a:t>
            </a:r>
          </a:p>
          <a:p>
            <a:r>
              <a:rPr b="1" dirty="0"/>
              <a:t>Goals for next week</a:t>
            </a:r>
          </a:p>
          <a:p>
            <a:pPr lvl="1"/>
            <a:r>
              <a:rPr lang="en-US" dirty="0"/>
              <a:t>Write a first ROS 2 test node and run it on the CM5</a:t>
            </a:r>
          </a:p>
          <a:p>
            <a:r>
              <a:rPr lang="en-US" b="1" dirty="0"/>
              <a:t>Hours spent on progress</a:t>
            </a:r>
          </a:p>
          <a:p>
            <a:pPr lvl="1"/>
            <a:r>
              <a:rPr lang="en-US" dirty="0"/>
              <a:t>6</a:t>
            </a:r>
            <a:r>
              <a:rPr dirty="0"/>
              <a:t> hours.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768096" y="365760"/>
            <a:ext cx="10789920" cy="658368"/>
          </a:xfrm>
        </p:spPr>
        <p:txBody>
          <a:bodyPr lIns="0" tIns="0" rIns="0" bIns="0" anchor="b">
            <a:normAutofit/>
          </a:bodyPr>
          <a:lstStyle/>
          <a:p>
            <a:pPr algn="l"/>
            <a:r>
              <a:rPr lang="en-US" sz="3500" b="0" dirty="0">
                <a:solidFill>
                  <a:srgbClr val="000000"/>
                </a:solidFill>
                <a:latin typeface="Aptos Display"/>
                <a:ea typeface="Aptos Display"/>
                <a:cs typeface="Aptos Display"/>
              </a:rPr>
              <a:t>One script now bench-tests every sensor and the motors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786384" y="1024128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5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test_all_sensors.py runs each device check in turn, then prints a PASS / FAIL / SKIP summary</a:t>
            </a:r>
          </a:p>
        </p:txBody>
      </p:sp>
      <p:sp>
        <p:nvSpPr>
          <p:cNvPr id="4" name="Checks"/>
          <p:cNvSpPr txBox="1"/>
          <p:nvPr/>
        </p:nvSpPr>
        <p:spPr>
          <a:xfrm>
            <a:off x="786384" y="1719072"/>
            <a:ext cx="630936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950" b="1" dirty="0">
                <a:solidFill>
                  <a:srgbClr val="30669D"/>
                </a:solidFill>
                <a:latin typeface="Aptos"/>
                <a:ea typeface="Aptos"/>
                <a:cs typeface="Aptos"/>
              </a:rPr>
              <a:t>What it checks</a:t>
            </a:r>
          </a:p>
        </p:txBody>
      </p:sp>
      <p:sp>
        <p:nvSpPr>
          <p:cNvPr id="5" name="Check list"/>
          <p:cNvSpPr txBox="1"/>
          <p:nvPr/>
        </p:nvSpPr>
        <p:spPr>
          <a:xfrm>
            <a:off x="786384" y="2240280"/>
            <a:ext cx="6309360" cy="4023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28600" indent="-228600" algn="l">
              <a:spcBef>
                <a:spcPts val="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Line sensors: </a:t>
            </a: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both TCRT5000 outputs must change when a dark line passes under them (GPIO20, GPIO21)</a:t>
            </a:r>
          </a:p>
          <a:p>
            <a:pPr marL="228600" indent="-228600" algn="l">
              <a:spcBef>
                <a:spcPts val="70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IMU: </a:t>
            </a: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finds the ICM-20948 on I2C, then runs still, motion and sample-rate checks</a:t>
            </a:r>
          </a:p>
          <a:p>
            <a:pPr marL="228600" indent="-228600" algn="l">
              <a:spcBef>
                <a:spcPts val="70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Camera: </a:t>
            </a: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captures a Camera Module 3 frame and fails if it is almost black</a:t>
            </a:r>
          </a:p>
          <a:p>
            <a:pPr marL="228600" indent="-228600" algn="l">
              <a:spcBef>
                <a:spcPts val="70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LCD: </a:t>
            </a: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writes text to the LCD1602 and cycles the RGB backlight for a visual check</a:t>
            </a:r>
          </a:p>
          <a:p>
            <a:pPr marL="228600" indent="-228600" algn="l">
              <a:spcBef>
                <a:spcPts val="70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Motors: </a:t>
            </a: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spins each motor on the selected HAT (Cokoino, Waveshare or Adafruit) then stops them all</a:t>
            </a:r>
          </a:p>
        </p:txBody>
      </p:sp>
      <p:sp>
        <p:nvSpPr>
          <p:cNvPr id="6" name="Why"/>
          <p:cNvSpPr txBox="1"/>
          <p:nvPr/>
        </p:nvSpPr>
        <p:spPr>
          <a:xfrm>
            <a:off x="7635240" y="1719072"/>
            <a:ext cx="379476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950" b="1" dirty="0">
                <a:solidFill>
                  <a:srgbClr val="30669D"/>
                </a:solidFill>
                <a:latin typeface="Aptos"/>
                <a:ea typeface="Aptos"/>
                <a:cs typeface="Aptos"/>
              </a:rPr>
              <a:t>Why one script</a:t>
            </a:r>
          </a:p>
        </p:txBody>
      </p:sp>
      <p:sp>
        <p:nvSpPr>
          <p:cNvPr id="7" name="Why list"/>
          <p:cNvSpPr txBox="1"/>
          <p:nvPr/>
        </p:nvSpPr>
        <p:spPr>
          <a:xfrm>
            <a:off x="7635240" y="2240280"/>
            <a:ext cx="3794760" cy="2103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28600" indent="-228600" algn="l">
              <a:spcBef>
                <a:spcPts val="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A failed test never stops the others</a:t>
            </a:r>
          </a:p>
          <a:p>
            <a:pPr marL="228600" indent="-228600" algn="l">
              <a:spcBef>
                <a:spcPts val="70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A missing library skips only that test</a:t>
            </a:r>
          </a:p>
          <a:p>
            <a:pPr marL="228600" indent="-228600" algn="l">
              <a:spcBef>
                <a:spcPts val="70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--only and --skip run part of the suite on BuggyBot</a:t>
            </a:r>
          </a:p>
        </p:txBody>
      </p:sp>
      <p:sp>
        <p:nvSpPr>
          <p:cNvPr id="8" name="Safety"/>
          <p:cNvSpPr txBox="1"/>
          <p:nvPr/>
        </p:nvSpPr>
        <p:spPr>
          <a:xfrm>
            <a:off x="7635240" y="3749040"/>
            <a:ext cx="379476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950" b="1" dirty="0">
                <a:solidFill>
                  <a:srgbClr val="30669D"/>
                </a:solidFill>
                <a:latin typeface="Aptos"/>
                <a:ea typeface="Aptos"/>
                <a:cs typeface="Aptos"/>
              </a:rPr>
              <a:t>Safety</a:t>
            </a:r>
          </a:p>
        </p:txBody>
      </p:sp>
      <p:sp>
        <p:nvSpPr>
          <p:cNvPr id="9" name="Safety text"/>
          <p:cNvSpPr txBox="1"/>
          <p:nvPr/>
        </p:nvSpPr>
        <p:spPr>
          <a:xfrm>
            <a:off x="7635240" y="4270248"/>
            <a:ext cx="3794760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The motor test spins the wheels, so lift the car off the ground before running 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768096" y="365760"/>
            <a:ext cx="10789920" cy="658368"/>
          </a:xfrm>
        </p:spPr>
        <p:txBody>
          <a:bodyPr lIns="0" tIns="0" rIns="0" bIns="0" anchor="b">
            <a:normAutofit/>
          </a:bodyPr>
          <a:lstStyle/>
          <a:p>
            <a:pPr algn="l"/>
            <a:r>
              <a:rPr lang="en-US" sz="3500" b="0" dirty="0">
                <a:solidFill>
                  <a:srgbClr val="000000"/>
                </a:solidFill>
                <a:latin typeface="Aptos Display"/>
                <a:ea typeface="Aptos Display"/>
                <a:cs typeface="Aptos Display"/>
              </a:rPr>
              <a:t>Ran the ROS 2 turtlesim tutorial under WSL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786384" y="1024128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5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Separate ROS 2 nodes on my development computer, connected only through topics</a:t>
            </a:r>
          </a:p>
        </p:txBody>
      </p:sp>
      <p:sp>
        <p:nvSpPr>
          <p:cNvPr id="6" name="Why"/>
          <p:cNvSpPr txBox="1"/>
          <p:nvPr/>
        </p:nvSpPr>
        <p:spPr>
          <a:xfrm>
            <a:off x="7635240" y="1719072"/>
            <a:ext cx="379476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950" b="1" dirty="0">
                <a:solidFill>
                  <a:srgbClr val="30669D"/>
                </a:solidFill>
                <a:latin typeface="Aptos"/>
                <a:ea typeface="Aptos"/>
                <a:cs typeface="Aptos"/>
              </a:rPr>
              <a:t>What’s running</a:t>
            </a:r>
          </a:p>
        </p:txBody>
      </p:sp>
      <p:sp>
        <p:nvSpPr>
          <p:cNvPr id="7" name="Why list"/>
          <p:cNvSpPr txBox="1"/>
          <p:nvPr/>
        </p:nvSpPr>
        <p:spPr>
          <a:xfrm>
            <a:off x="7635240" y="2240280"/>
            <a:ext cx="3794760" cy="1874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28600" indent="-228600" algn="l">
              <a:spcBef>
                <a:spcPts val="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turtlesim_node: </a:t>
            </a: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draws the simulator window</a:t>
            </a:r>
          </a:p>
          <a:p>
            <a:pPr marL="228600" indent="-228600" algn="l">
              <a:spcBef>
                <a:spcPts val="70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turtle_teleop_key: </a:t>
            </a: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publishes velocity commands from the arrow keys</a:t>
            </a:r>
          </a:p>
          <a:p>
            <a:pPr marL="228600" indent="-228600" algn="l">
              <a:spcBef>
                <a:spcPts val="70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Pose topic: </a:t>
            </a: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a third terminal prints the turtle’s position and heading</a:t>
            </a:r>
          </a:p>
        </p:txBody>
      </p:sp>
      <p:sp>
        <p:nvSpPr>
          <p:cNvPr id="8" name="Safety"/>
          <p:cNvSpPr txBox="1"/>
          <p:nvPr/>
        </p:nvSpPr>
        <p:spPr>
          <a:xfrm>
            <a:off x="7635240" y="4251960"/>
            <a:ext cx="379476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950" b="1" dirty="0">
                <a:solidFill>
                  <a:srgbClr val="30669D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9" name="Safety text"/>
          <p:cNvSpPr txBox="1"/>
          <p:nvPr/>
        </p:nvSpPr>
        <p:spPr>
          <a:xfrm>
            <a:off x="7635240" y="4773168"/>
            <a:ext cx="3794760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The car’s nodes will work the same way: one node publishes a topic and others subscribe to it</a:t>
            </a:r>
          </a:p>
        </p:txBody>
      </p:sp>
      <p:pic>
        <p:nvPicPr>
          <p:cNvPr id="20" name="Turtlesim screenshot" descr="Turtlesim window with the turtle’s drawn path, beside terminals running turtlesim_node, turtle_teleop_key and the turtle pose readou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1719072"/>
            <a:ext cx="6309360" cy="3578401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6D259182-6FD3-6E62-0AC1-D7F9A089F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Abigail Duran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8531B-14FC-040D-A94D-6293C4D3F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298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b="1" dirty="0"/>
              <a:t>Goals for the week</a:t>
            </a:r>
            <a:endParaRPr lang="en-US" b="1" dirty="0"/>
          </a:p>
          <a:p>
            <a:pPr lvl="1"/>
            <a:r>
              <a:rPr lang="en-US" dirty="0"/>
              <a:t>Complete final design of the PCB</a:t>
            </a:r>
          </a:p>
          <a:p>
            <a:pPr lvl="1"/>
            <a:r>
              <a:rPr lang="en-US" dirty="0"/>
              <a:t>Make sure the schematic reflects the components planned for the current </a:t>
            </a:r>
            <a:r>
              <a:rPr lang="en-US" dirty="0" err="1"/>
              <a:t>BuggyBot</a:t>
            </a:r>
            <a:r>
              <a:rPr lang="en-US" dirty="0"/>
              <a:t> hardware setup.</a:t>
            </a:r>
          </a:p>
          <a:p>
            <a:r>
              <a:rPr lang="en-US" b="1" dirty="0"/>
              <a:t>Progress for the week</a:t>
            </a:r>
          </a:p>
          <a:p>
            <a:pPr lvl="1"/>
            <a:r>
              <a:rPr lang="en-US" dirty="0"/>
              <a:t>Added the required new components</a:t>
            </a:r>
          </a:p>
          <a:p>
            <a:pPr lvl="1"/>
            <a:r>
              <a:rPr lang="en-US" dirty="0"/>
              <a:t>Began tracing the connections on the board</a:t>
            </a:r>
          </a:p>
          <a:p>
            <a:r>
              <a:rPr lang="en-US" b="1" dirty="0"/>
              <a:t>Goals for next week</a:t>
            </a:r>
            <a:r>
              <a:rPr lang="en-US" dirty="0"/>
              <a:t>​​​</a:t>
            </a:r>
          </a:p>
          <a:p>
            <a:pPr lvl="1"/>
            <a:r>
              <a:rPr lang="en-US" dirty="0"/>
              <a:t>Generate all required files for manufacturing.</a:t>
            </a:r>
          </a:p>
          <a:p>
            <a:pPr lvl="1"/>
            <a:r>
              <a:rPr lang="en-US" dirty="0"/>
              <a:t>Place the PCB order.</a:t>
            </a:r>
            <a:endParaRPr dirty="0"/>
          </a:p>
          <a:p>
            <a:r>
              <a:rPr b="1" dirty="0"/>
              <a:t>Hours spent on progress</a:t>
            </a:r>
          </a:p>
          <a:p>
            <a:pPr lvl="1"/>
            <a:r>
              <a:rPr lang="en-US" dirty="0"/>
              <a:t>6 hours​</a:t>
            </a:r>
          </a:p>
          <a:p>
            <a:pPr lvl="1"/>
            <a:endParaRPr b="1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04F76B-D95C-4864-55C7-06717C4B52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6797" y="451083"/>
            <a:ext cx="9538406" cy="595583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350B74D-6365-F884-1022-AF319FB7D4EF}"/>
              </a:ext>
            </a:extLst>
          </p:cNvPr>
          <p:cNvSpPr txBox="1"/>
          <p:nvPr/>
        </p:nvSpPr>
        <p:spPr>
          <a:xfrm>
            <a:off x="1326797" y="6410366"/>
            <a:ext cx="1589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6.2 in by 3.5 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icture 2">
            <a:extLst>
              <a:ext uri="{FF2B5EF4-FFF2-40B4-BE49-F238E27FC236}">
                <a16:creationId xmlns:a16="http://schemas.microsoft.com/office/drawing/2014/main" id="{8204D2AF-EE1E-5FD0-C855-52759FF0E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040" y="536012"/>
            <a:ext cx="10815919" cy="578597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DFD9DD9-586C-1C00-F0B1-2CEC1B3F432E}"/>
              </a:ext>
            </a:extLst>
          </p:cNvPr>
          <p:cNvSpPr txBox="1"/>
          <p:nvPr/>
        </p:nvSpPr>
        <p:spPr>
          <a:xfrm>
            <a:off x="688040" y="6321988"/>
            <a:ext cx="1589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5.5 in by 2.6 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286</Words>
  <Application>Microsoft Office PowerPoint</Application>
  <PresentationFormat>Widescreen</PresentationFormat>
  <Paragraphs>43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Self Driving RC Car</vt:lpstr>
      <vt:lpstr>Ethan Wells</vt:lpstr>
      <vt:lpstr>Alexis Perez</vt:lpstr>
      <vt:lpstr>Ethan Bishop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Wells, Ethan Rhys</dc:creator>
  <cp:lastModifiedBy>Bishop, Ethan</cp:lastModifiedBy>
  <cp:revision>6</cp:revision>
  <dcterms:created xsi:type="dcterms:W3CDTF">2026-09-10T19:13:21Z</dcterms:created>
  <dcterms:modified xsi:type="dcterms:W3CDTF">2026-09-14T20:13:33Z</dcterms:modified>
</cp:coreProperties>
</file>