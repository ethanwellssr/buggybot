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8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9180D-72B0-0C13-F230-21B8B8B683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C378E-EE98-1B55-9295-03ABC4ED2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4A12-2077-3E3B-D583-A00728B42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88FBF-057B-A479-DCE6-D7ED5856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DF4C-4E4F-3108-DB8F-5ACB935DF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28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31FEE-5B09-2330-864B-B72607D00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C06C-00B4-D7B9-B6C6-CD7712816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24CEA-F28D-B7D5-427E-4CC7DD62D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2C963-C98F-0C85-FBF7-13C0E6DD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2F67A-B033-2932-80B2-46B71C666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45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A5708-F22F-F62A-CF4E-F30481AE4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D8863E-39E4-EC1A-6863-75B737CDA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69DE7-2497-E6E8-3696-1E2DF46D8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C25CA-486E-0FC9-2FF8-41F8E6D7E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90060-0374-6222-A5F8-E52287F3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039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67C1-8848-A8C9-BD04-720AE50AF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A6D0A-9543-76B0-4EDF-CF699CAC6E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23278-5B1C-F01A-1440-2BB3B993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76BAE5-DDFC-22B4-A631-018AAEDE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3E731-B3C0-F385-A880-4D3A1002F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D5E8D2-CD2B-0D84-57C3-5DE99B82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66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A5CB7-7D54-6838-F819-23471EF5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71962-60F9-1C85-E392-990E8B225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A42645-00FA-8C8D-1F86-DE7FEF8DF2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9ACA2-2971-30A3-5C79-0A10ADA81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5A05D9-9B11-30B9-720D-2414323749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DDA98A-7032-8781-9496-59CB5A78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3B4E98-F221-32D5-3DF0-8E8B9271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D67C03-E36A-88DE-1B36-11E590CE5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51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EC65C-0FDF-A6EB-A34A-C07CA3FEF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AC3B4-10B3-4D7D-083F-C369B5F6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5C7DC-0E4D-ED75-4301-A4F622E82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7CEEF8-641C-A099-F5E2-34FE37B2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05337-945A-C035-FA8C-6063786DE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891C2-4E0E-CB59-3ACA-891A29B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13169-DE32-FEBA-4AA2-B660D9264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906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40ED-DC71-A0CD-3F7F-C0C61AB7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BA11-C591-7871-A3DF-4AECCF065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49603B-75B3-5707-DBA5-EF296E030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7EF9DA-15C7-0612-CB70-C9ED444A8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48C89A-1BB7-8571-AF22-95B709D1F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FA3A-AADB-3247-8AB1-AF7E2AB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0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40E19-957F-C15B-3117-98E33BB44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13E2E3-9E87-028C-53BB-A6C06D41A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042E9-97CD-6650-E267-BA8226213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342AD-80E3-360E-9C0A-4D29888A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8F27E-3794-2C19-8A24-28D863A99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A9699-2492-5007-F8AA-AEDC3B38E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04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EF108-774B-2270-38D4-FEB1AA7D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5393D-D63A-5579-E9F6-A7F2F6F1AF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97CB4-8585-781D-CA8D-7C4BFF812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6CC0-6992-B8E7-EB13-34FFE859B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C3D64-9378-E592-75CF-038E7F603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864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952345-DBD5-1365-F4D0-09BA808C44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75E6CC-A3E9-A10D-7AC5-BF3FE04A27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036B43-1715-D9A2-2B60-4BBBB25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09F1F-EDBD-85FC-8E98-B7DEB8A6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B9C90-2A51-AFA6-3CF2-A8EC2C06B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739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C9D4BC-FC6E-7B20-4BC5-6311FED93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D281F-9F8E-740C-3B8A-60C59CFCE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D0AEE-BF8C-D1EF-A2A9-3EFCEADF80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3CC73-6335-926B-4C9E-B65D5ECB11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51B3-DB78-34D0-A11A-FC441B1B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6A721F44-0F89-2513-F790-DC10E5539F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Self Driving RC Car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C58BE3-2195-6F0C-E9CC-BEDF5180D12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Ethan Wells</a:t>
            </a:r>
          </a:p>
          <a:p>
            <a:r>
              <a:rPr lang="en-US" dirty="0"/>
              <a:t>Abigail Duran</a:t>
            </a:r>
          </a:p>
          <a:p>
            <a:r>
              <a:rPr lang="en-US" dirty="0"/>
              <a:t>Ethan Bishop</a:t>
            </a:r>
          </a:p>
          <a:p>
            <a:r>
              <a:rPr lang="en-US" dirty="0"/>
              <a:t>Alexis Perez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6D259182-6FD3-6E62-0AC1-D7F9A089F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Ethan Wells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8531B-14FC-040D-A94D-6293C4D3F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510" y="1428750"/>
            <a:ext cx="10702290" cy="4857750"/>
          </a:xfrm>
        </p:spPr>
        <p:txBody>
          <a:bodyPr>
            <a:normAutofit fontScale="55000" lnSpcReduction="20000"/>
          </a:bodyPr>
          <a:lstStyle/>
          <a:p>
            <a:r>
              <a:rPr b="1" dirty="0"/>
              <a:t>Goals for the week</a:t>
            </a:r>
            <a:endParaRPr lang="en-US" dirty="0"/>
          </a:p>
          <a:p>
            <a:pPr lvl="1"/>
            <a:r>
              <a:rPr sz="2900" dirty="0"/>
              <a:t>Prepare the LISA dataset (US traffic signs) for training.</a:t>
            </a:r>
          </a:p>
          <a:p>
            <a:pPr lvl="1"/>
            <a:r>
              <a:rPr sz="2900" dirty="0"/>
              <a:t>Test the trained German-sign (GTSRB) model.</a:t>
            </a:r>
          </a:p>
          <a:p>
            <a:r>
              <a:rPr b="1" dirty="0"/>
              <a:t>Progress for the week</a:t>
            </a:r>
            <a:endParaRPr lang="en-US" dirty="0"/>
          </a:p>
          <a:p>
            <a:pPr lvl="1"/>
            <a:r>
              <a:rPr sz="2900" dirty="0"/>
              <a:t>Downloaded the LISA Traffic Signs dataset from the Kaggle mirror (the UCSD host was down).</a:t>
            </a:r>
          </a:p>
          <a:p>
            <a:pPr lvl="1"/>
            <a:r>
              <a:rPr sz="2900" dirty="0"/>
              <a:t>Wrote prepare_lisa.py: validates the download, crops each annotated sign, and splits the crops into TensorFlow-ready train/validation/test folders.</a:t>
            </a:r>
          </a:p>
          <a:p>
            <a:pPr lvl="1"/>
            <a:r>
              <a:rPr sz="2900" dirty="0"/>
              <a:t>Narrowed the 47 LISA classes to the 12 the car needs: 6,097 crops, split 4,946 / 567 / 584.</a:t>
            </a:r>
          </a:p>
          <a:p>
            <a:pPr lvl="1"/>
            <a:r>
              <a:rPr sz="2900" dirty="0"/>
              <a:t>Kept every frame of the same physical sign in one split, so near-identical images can't leak between training and testing.</a:t>
            </a:r>
          </a:p>
          <a:p>
            <a:pPr lvl="1"/>
            <a:r>
              <a:rPr sz="2900" dirty="0"/>
              <a:t>Documented the download and preparation steps in LISA_PREPARATION.md.</a:t>
            </a:r>
          </a:p>
          <a:p>
            <a:pPr lvl="1"/>
            <a:r>
              <a:rPr sz="2900" dirty="0"/>
              <a:t>Tested the GTSRB model on the 12,630-image GTSRB test set: 95.8% accuracy.</a:t>
            </a:r>
          </a:p>
          <a:p>
            <a:r>
              <a:rPr b="1" dirty="0"/>
              <a:t>Goals for next week</a:t>
            </a:r>
            <a:endParaRPr lang="en-US" dirty="0"/>
          </a:p>
          <a:p>
            <a:pPr lvl="1"/>
            <a:r>
              <a:rPr sz="2900" dirty="0"/>
              <a:t>Train and test a CNN on the prepared LISA dataset.</a:t>
            </a:r>
          </a:p>
          <a:p>
            <a:r>
              <a:rPr b="1" dirty="0"/>
              <a:t>Hours spent on progress</a:t>
            </a:r>
            <a:endParaRPr lang="en-US" dirty="0"/>
          </a:p>
          <a:p>
            <a:pPr lvl="1"/>
            <a:r>
              <a:rPr sz="2900" dirty="0"/>
              <a:t>7 hours.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LISA Dataset Preparation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92024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•  47 US sign classes narrowed to the 12 the car needs</a:t>
            </a:r>
          </a:p>
          <a:p>
            <a:pPr>
              <a:spcAft>
                <a:spcPts val="1000"/>
              </a:spcAft>
            </a:pPr>
            <a:r>
              <a:rPr sz="1800"/>
              <a:t>•  6,097 cropped signs: 4,946 train / 567 validation / 584 test</a:t>
            </a:r>
          </a:p>
          <a:p>
            <a:pPr>
              <a:spcAft>
                <a:spcPts val="1000"/>
              </a:spcAft>
            </a:pPr>
            <a:r>
              <a:rPr sz="1800"/>
              <a:t>•  Frames of the same sign kept in one split to prevent leakage</a:t>
            </a:r>
          </a:p>
          <a:p>
            <a:pPr>
              <a:spcAft>
                <a:spcPts val="1000"/>
              </a:spcAft>
            </a:pPr>
            <a:r>
              <a:rPr sz="1800"/>
              <a:t>•  Every class is present in all three splits</a:t>
            </a:r>
          </a:p>
        </p:txBody>
      </p:sp>
      <p:pic>
        <p:nvPicPr>
          <p:cNvPr id="5" name="Picture 4" descr="lisa_clas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937" y="1737360"/>
            <a:ext cx="4690445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GTSRB Test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920240"/>
            <a:ext cx="5577840" cy="2560320"/>
          </a:xfrm>
          <a:prstGeom prst="rect">
            <a:avLst/>
          </a:prstGeom>
          <a:solidFill>
            <a:srgbClr val="F3F3F3"/>
          </a:solidFill>
          <a:ln>
            <a:solidFill>
              <a:srgbClr val="BFBFBF"/>
            </a:solidFill>
          </a:ln>
        </p:spPr>
        <p:txBody>
          <a:bodyPr wrap="square" lIns="182880" rIns="182880" tIns="182880" bIns="182880">
            <a:spAutoFit/>
          </a:bodyPr>
          <a:lstStyle/>
          <a:p>
            <a:r>
              <a:rPr sz="1400" b="1">
                <a:solidFill>
                  <a:srgbClr val="595959"/>
                </a:solidFill>
                <a:latin typeface="Menlo"/>
              </a:rPr>
              <a:t>gtsrb_test_results.json</a:t>
            </a:r>
          </a:p>
          <a:p>
            <a:r>
              <a:rPr sz="1400">
                <a:latin typeface="Menlo"/>
              </a:rPr>
              <a:t>{</a:t>
            </a:r>
          </a:p>
          <a:p>
            <a:r>
              <a:rPr sz="1400">
                <a:latin typeface="Menlo"/>
              </a:rPr>
              <a:t>  "images": 12630,</a:t>
            </a:r>
          </a:p>
          <a:p>
            <a:r>
              <a:rPr sz="1400">
                <a:latin typeface="Menlo"/>
              </a:rPr>
              <a:t>  "top1_accuracy": 0.9578780680918448,</a:t>
            </a:r>
          </a:p>
          <a:p>
            <a:r>
              <a:rPr sz="1400">
                <a:latin typeface="Menlo"/>
              </a:rPr>
              <a:t>  "top3_accuracy": 0.9844813935075217,</a:t>
            </a:r>
          </a:p>
          <a:p>
            <a:r>
              <a:rPr sz="1400">
                <a:latin typeface="Menlo"/>
              </a:rPr>
              <a:t>  "macro_class_accuracy": 0.9383357305447801,</a:t>
            </a:r>
          </a:p>
          <a:p>
            <a:r>
              <a:rPr sz="1400">
                <a:latin typeface="Menlo"/>
              </a:rPr>
              <a:t>  "correct": 12098,</a:t>
            </a:r>
          </a:p>
          <a:p>
            <a:r>
              <a:rPr sz="1400">
                <a:latin typeface="Menlo"/>
              </a:rPr>
              <a:t>  "incorrect": 532,</a:t>
            </a:r>
          </a:p>
          <a:p>
            <a:r>
              <a:rPr sz="1400">
                <a:latin typeface="Menlo"/>
              </a:rPr>
              <a:t>  "per_class": { ... }</a:t>
            </a:r>
          </a:p>
          <a:p>
            <a:r>
              <a:rPr sz="1400">
                <a:latin typeface="Menlo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92024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•  12,630 test images the model never saw during training</a:t>
            </a:r>
          </a:p>
          <a:p>
            <a:pPr>
              <a:spcAft>
                <a:spcPts val="1000"/>
              </a:spcAft>
            </a:pPr>
            <a:r>
              <a:rPr sz="1800"/>
              <a:t>•  95.8% top-1: 12,098 correct, 532 incorrect</a:t>
            </a:r>
          </a:p>
          <a:p>
            <a:pPr>
              <a:spcAft>
                <a:spcPts val="1000"/>
              </a:spcAft>
            </a:pPr>
            <a:r>
              <a:rPr sz="1800"/>
              <a:t>•  98.4% top-3: the right sign is in the model's top 3 guesses</a:t>
            </a:r>
          </a:p>
          <a:p>
            <a:pPr>
              <a:spcAft>
                <a:spcPts val="1000"/>
              </a:spcAft>
            </a:pPr>
            <a:r>
              <a:rPr sz="1800"/>
              <a:t>•  93.8% macro: accuracy averaged across all 43 sign classes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30AEBF44-7FD5-A705-80AC-D5F6B809A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Alexis Perez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BF837-7A7D-A6A3-574B-020760331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b="1" dirty="0"/>
              <a:t>Goals for the week</a:t>
            </a:r>
          </a:p>
          <a:p>
            <a:pPr lvl="1"/>
            <a:r>
              <a:rPr lang="en-US" dirty="0"/>
              <a:t>Research different Vehicle Navigation Options</a:t>
            </a:r>
          </a:p>
          <a:p>
            <a:pPr lvl="1"/>
            <a:r>
              <a:rPr lang="en-US" dirty="0"/>
              <a:t>Start OpenCV Course</a:t>
            </a:r>
          </a:p>
          <a:p>
            <a:r>
              <a:rPr lang="en-US" b="1" dirty="0"/>
              <a:t>Progress for the week</a:t>
            </a:r>
          </a:p>
          <a:p>
            <a:pPr lvl="1"/>
            <a:r>
              <a:rPr lang="en-US" dirty="0"/>
              <a:t>Finalized/presented different Vehicle Navigation Options</a:t>
            </a:r>
          </a:p>
          <a:p>
            <a:pPr lvl="1"/>
            <a:r>
              <a:rPr lang="en-US" dirty="0"/>
              <a:t>Completed OpenCV course</a:t>
            </a:r>
          </a:p>
          <a:p>
            <a:r>
              <a:rPr lang="en-US" b="1" dirty="0"/>
              <a:t>Goals for next week</a:t>
            </a:r>
          </a:p>
          <a:p>
            <a:pPr lvl="1"/>
            <a:r>
              <a:rPr lang="en-US" dirty="0"/>
              <a:t>Research and buy any missing components (per Navigation Option)</a:t>
            </a:r>
          </a:p>
          <a:p>
            <a:pPr lvl="1"/>
            <a:r>
              <a:rPr lang="en-US"/>
              <a:t>Continue </a:t>
            </a:r>
            <a:r>
              <a:rPr lang="en-US" dirty="0"/>
              <a:t>OpenCV learning</a:t>
            </a:r>
          </a:p>
          <a:p>
            <a:r>
              <a:rPr lang="en-US" b="1" dirty="0"/>
              <a:t>Hours spent on progress</a:t>
            </a:r>
          </a:p>
          <a:p>
            <a:pPr lvl="1"/>
            <a:r>
              <a:rPr lang="en-US" dirty="0"/>
              <a:t>7 hours.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CA76FC7E-8FDD-2F27-67FA-E2218F392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Ethan Bishop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6F5DE5-5483-2694-9071-A7F6146E03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298"/>
            <a:ext cx="10515600" cy="4299294"/>
          </a:xfrm>
        </p:spPr>
        <p:txBody>
          <a:bodyPr>
            <a:normAutofit fontScale="92500" lnSpcReduction="20000"/>
          </a:bodyPr>
          <a:lstStyle/>
          <a:p>
            <a:r>
              <a:rPr b="1" dirty="0"/>
              <a:t>Goals for the week</a:t>
            </a:r>
            <a:endParaRPr lang="en-US" dirty="0"/>
          </a:p>
          <a:p>
            <a:pPr lvl="1"/>
            <a:r>
              <a:rPr lang="en-US" dirty="0"/>
              <a:t>Test Pi HAT motor controllers on Raspberry Pi</a:t>
            </a:r>
          </a:p>
          <a:p>
            <a:pPr lvl="1"/>
            <a:r>
              <a:rPr lang="en-US" dirty="0"/>
              <a:t>Integrate IMU on to Raspberry Pi</a:t>
            </a:r>
          </a:p>
          <a:p>
            <a:pPr lvl="1"/>
            <a:r>
              <a:rPr lang="en-US" dirty="0"/>
              <a:t>Research 3D printing </a:t>
            </a:r>
            <a:r>
              <a:rPr lang="en-US" dirty="0" err="1"/>
              <a:t>stl</a:t>
            </a:r>
            <a:r>
              <a:rPr lang="en-US" dirty="0"/>
              <a:t> files for the chassis</a:t>
            </a:r>
          </a:p>
          <a:p>
            <a:r>
              <a:rPr b="1" dirty="0"/>
              <a:t>Progress for the week</a:t>
            </a:r>
          </a:p>
          <a:p>
            <a:pPr lvl="1"/>
            <a:r>
              <a:rPr lang="en-US" dirty="0"/>
              <a:t>Tested HATs for operational accuracy on Raspberry Pi</a:t>
            </a:r>
          </a:p>
          <a:p>
            <a:pPr lvl="1"/>
            <a:r>
              <a:rPr lang="en-US" dirty="0"/>
              <a:t>Implemented IMU on Raspberry Pi</a:t>
            </a:r>
          </a:p>
          <a:p>
            <a:r>
              <a:rPr b="1" dirty="0"/>
              <a:t>Goals for next week</a:t>
            </a:r>
          </a:p>
          <a:p>
            <a:pPr lvl="1"/>
            <a:r>
              <a:rPr lang="en-US" dirty="0"/>
              <a:t>Research 3D printing </a:t>
            </a:r>
            <a:r>
              <a:rPr lang="en-US" dirty="0" err="1"/>
              <a:t>stl</a:t>
            </a:r>
            <a:r>
              <a:rPr lang="en-US" dirty="0"/>
              <a:t> files for the chassis</a:t>
            </a:r>
          </a:p>
          <a:p>
            <a:pPr lvl="1"/>
            <a:r>
              <a:rPr lang="en-US" dirty="0"/>
              <a:t>Research possible ROS implementation</a:t>
            </a:r>
          </a:p>
          <a:p>
            <a:r>
              <a:rPr lang="en-US" b="1" dirty="0"/>
              <a:t>Hours spent on progress</a:t>
            </a:r>
          </a:p>
          <a:p>
            <a:pPr lvl="1"/>
            <a:r>
              <a:rPr lang="en-US" dirty="0"/>
              <a:t>7</a:t>
            </a:r>
            <a:r>
              <a:t> </a:t>
            </a:r>
            <a:r>
              <a:rPr dirty="0"/>
              <a:t>hours.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53FEEEB8-08CD-6129-4FE3-46D75E68E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694" y="741391"/>
            <a:ext cx="2833324" cy="1616203"/>
          </a:xfrm>
        </p:spPr>
        <p:txBody>
          <a:bodyPr anchor="b">
            <a:normAutofit/>
          </a:bodyPr>
          <a:lstStyle/>
          <a:p>
            <a:r>
              <a:rPr lang="en-US" sz="3200"/>
              <a:t>IMU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B0CA42-869D-B9EF-62B2-9195359C5B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6694" y="2533476"/>
            <a:ext cx="2833324" cy="3447832"/>
          </a:xfrm>
        </p:spPr>
        <p:txBody>
          <a:bodyPr>
            <a:normAutofit/>
          </a:bodyPr>
          <a:lstStyle/>
          <a:p>
            <a:r>
              <a:rPr lang="en-US" sz="2000" dirty="0"/>
              <a:t>Verified the measurements and directions that the IMU produced</a:t>
            </a:r>
          </a:p>
          <a:p>
            <a:r>
              <a:rPr lang="en-US" sz="2000" dirty="0"/>
              <a:t>Implemented IMU over I2C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6C5EA3-0329-7758-8C17-71A1F2FA8D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9263" y="1092536"/>
            <a:ext cx="3271048" cy="467292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BB98FE8-4C40-AF52-DE2B-C3D739F66D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428525" y="1763236"/>
            <a:ext cx="4442034" cy="3331526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792AA144-DDFF-C43B-6866-516C9091D0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6737460"/>
            <a:ext cx="12192000" cy="123364"/>
            <a:chOff x="1" y="6737460"/>
            <a:chExt cx="12192000" cy="123364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6557A69-9517-26A8-EF3F-E65057EEC1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6034320" y="703141"/>
              <a:ext cx="123362" cy="12192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47C5987E-7AB5-0A21-D727-68B38B342C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240559" y="4909383"/>
              <a:ext cx="123362" cy="3779520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C008595A-A3F6-ADDB-57AA-2749239B7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693" y="741391"/>
            <a:ext cx="3351679" cy="1616203"/>
          </a:xfrm>
        </p:spPr>
        <p:txBody>
          <a:bodyPr anchor="b">
            <a:normAutofit/>
          </a:bodyPr>
          <a:lstStyle/>
          <a:p>
            <a:r>
              <a:rPr lang="en-US" sz="3200"/>
              <a:t>Motor Controller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8636D0-E227-1A91-601D-A3B3810613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6693" y="2533476"/>
            <a:ext cx="3351679" cy="3447832"/>
          </a:xfrm>
        </p:spPr>
        <p:txBody>
          <a:bodyPr>
            <a:normAutofit/>
          </a:bodyPr>
          <a:lstStyle/>
          <a:p>
            <a:r>
              <a:rPr lang="en-US" sz="2000" dirty="0"/>
              <a:t>Tested the motor controller code for operational accuracy</a:t>
            </a:r>
          </a:p>
          <a:p>
            <a:r>
              <a:rPr lang="en-US" sz="2000" dirty="0"/>
              <a:t>Implemented both HATs over I2C on the 40 pin GPIO header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EE85BA-30D6-CF40-BF3B-41C80E41268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77"/>
          <a:stretch>
            <a:fillRect/>
          </a:stretch>
        </p:blipFill>
        <p:spPr>
          <a:xfrm>
            <a:off x="5065566" y="10"/>
            <a:ext cx="7032825" cy="4378805"/>
          </a:xfrm>
          <a:prstGeom prst="rect">
            <a:avLst/>
          </a:prstGeom>
        </p:spPr>
      </p:pic>
      <p:sp>
        <p:nvSpPr>
          <p:cNvPr id="39" name="Rectangle 38">
            <a:extLst>
              <a:ext uri="{FF2B5EF4-FFF2-40B4-BE49-F238E27FC236}">
                <a16:creationId xmlns:a16="http://schemas.microsoft.com/office/drawing/2014/main" id="{4DD35268-6FBE-0BCD-C050-3F804C7C54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12068597" y="0"/>
            <a:ext cx="123401" cy="3290157"/>
          </a:xfrm>
          <a:prstGeom prst="rect">
            <a:avLst/>
          </a:prstGeom>
          <a:gradFill>
            <a:gsLst>
              <a:gs pos="20000">
                <a:schemeClr val="accent3">
                  <a:alpha val="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1668F7-9962-D26D-3DAA-7340BDD84A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130" r="18117" b="-4"/>
          <a:stretch>
            <a:fillRect/>
          </a:stretch>
        </p:blipFill>
        <p:spPr>
          <a:xfrm rot="5400000">
            <a:off x="5588388" y="3855994"/>
            <a:ext cx="2479183" cy="35248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14A0643-428D-F26B-CD98-429C480BB1B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220" r="-1" b="-1"/>
          <a:stretch>
            <a:fillRect/>
          </a:stretch>
        </p:blipFill>
        <p:spPr>
          <a:xfrm>
            <a:off x="8573563" y="4378818"/>
            <a:ext cx="3524828" cy="2479182"/>
          </a:xfrm>
          <a:prstGeom prst="rect">
            <a:avLst/>
          </a:prstGeom>
        </p:spPr>
      </p:pic>
      <p:grpSp>
        <p:nvGrpSpPr>
          <p:cNvPr id="36" name="Group 35">
            <a:extLst>
              <a:ext uri="{FF2B5EF4-FFF2-40B4-BE49-F238E27FC236}">
                <a16:creationId xmlns:a16="http://schemas.microsoft.com/office/drawing/2014/main" id="{F3A0B02E-2A29-A1CD-0D60-A9E1681AF3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B760236-1E5E-7CEA-DCDD-21F3FB288A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30D6BAEE-FD58-F5B7-5CF3-A74EB385D7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27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6D259182-6FD3-6E62-0AC1-D7F9A089F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Abigail Duran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8531B-14FC-040D-A94D-6293C4D3F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298"/>
            <a:ext cx="10515600" cy="4351338"/>
          </a:xfrm>
        </p:spPr>
        <p:txBody>
          <a:bodyPr>
            <a:normAutofit fontScale="85000" lnSpcReduction="20000"/>
          </a:bodyPr>
          <a:lstStyle/>
          <a:p>
            <a:r>
              <a:rPr b="1" dirty="0"/>
              <a:t>Goals for the week</a:t>
            </a:r>
            <a:endParaRPr lang="en-US" b="1" dirty="0"/>
          </a:p>
          <a:p>
            <a:pPr lvl="1"/>
            <a:r>
              <a:rPr lang="en-US" dirty="0"/>
              <a:t>Continue hardware testing and verify communication between the Raspberry Pi and all connected components.</a:t>
            </a:r>
          </a:p>
          <a:p>
            <a:pPr lvl="1"/>
            <a:r>
              <a:rPr lang="en-US" dirty="0"/>
              <a:t>Determine which components and connections will be included on the final PCB.</a:t>
            </a:r>
          </a:p>
          <a:p>
            <a:r>
              <a:rPr lang="en-US" b="1" dirty="0"/>
              <a:t>Progress for the week</a:t>
            </a:r>
          </a:p>
          <a:p>
            <a:pPr lvl="1"/>
            <a:r>
              <a:rPr lang="en-US" dirty="0"/>
              <a:t>Successfully connect and communicate with the LCD and camera using the Raspberry Pi Compute Module 5.</a:t>
            </a:r>
          </a:p>
          <a:p>
            <a:pPr lvl="1"/>
            <a:r>
              <a:rPr lang="en-US" dirty="0"/>
              <a:t>Integrate the LCD and camera with the machine learning model to display detected signs and corresponding commands.</a:t>
            </a:r>
            <a:endParaRPr dirty="0"/>
          </a:p>
          <a:p>
            <a:r>
              <a:rPr b="1" dirty="0"/>
              <a:t>Goals for next week</a:t>
            </a:r>
            <a:r>
              <a:rPr lang="en-US" dirty="0"/>
              <a:t>​​​</a:t>
            </a:r>
          </a:p>
          <a:p>
            <a:pPr lvl="1"/>
            <a:r>
              <a:rPr lang="en-US" dirty="0"/>
              <a:t>Begin planning the PCB layout, including component placement and board dimensions.​</a:t>
            </a:r>
          </a:p>
          <a:p>
            <a:pPr lvl="1"/>
            <a:r>
              <a:rPr lang="en-US" dirty="0"/>
              <a:t>Begin planning power distribution and signal routing.​</a:t>
            </a:r>
            <a:endParaRPr b="1" dirty="0"/>
          </a:p>
          <a:p>
            <a:r>
              <a:rPr b="1" dirty="0"/>
              <a:t>Hours spent on progress</a:t>
            </a:r>
          </a:p>
          <a:p>
            <a:pPr lvl="1"/>
            <a:r>
              <a:rPr lang="en-US" dirty="0"/>
              <a:t>6 hours​</a:t>
            </a:r>
          </a:p>
          <a:p>
            <a:pPr lvl="1"/>
            <a:endParaRPr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286</Words>
  <Application>Microsoft Office PowerPoint</Application>
  <PresentationFormat>Widescreen</PresentationFormat>
  <Paragraphs>43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Self Driving RC Car</vt:lpstr>
      <vt:lpstr>Ethan Wells</vt:lpstr>
      <vt:lpstr>Alexis Perez</vt:lpstr>
      <vt:lpstr>Ethan Bishop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Wells, Ethan Rhys</dc:creator>
  <cp:lastModifiedBy>Bishop, Ethan</cp:lastModifiedBy>
  <cp:revision>6</cp:revision>
  <dcterms:created xsi:type="dcterms:W3CDTF">2026-09-10T19:13:21Z</dcterms:created>
  <dcterms:modified xsi:type="dcterms:W3CDTF">2026-09-14T20:13:33Z</dcterms:modified>
</cp:coreProperties>
</file>